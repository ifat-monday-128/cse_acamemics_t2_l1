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857" r:id="rId3"/>
    <p:sldId id="858" r:id="rId4"/>
    <p:sldId id="859" r:id="rId5"/>
    <p:sldId id="860" r:id="rId6"/>
    <p:sldId id="861" r:id="rId7"/>
    <p:sldId id="862" r:id="rId8"/>
    <p:sldId id="863" r:id="rId9"/>
    <p:sldId id="864" r:id="rId10"/>
    <p:sldId id="865" r:id="rId11"/>
    <p:sldId id="866" r:id="rId12"/>
    <p:sldId id="867" r:id="rId13"/>
    <p:sldId id="868" r:id="rId14"/>
    <p:sldId id="869" r:id="rId15"/>
    <p:sldId id="870" r:id="rId16"/>
    <p:sldId id="871" r:id="rId17"/>
    <p:sldId id="872" r:id="rId18"/>
    <p:sldId id="873" r:id="rId19"/>
    <p:sldId id="874" r:id="rId20"/>
    <p:sldId id="875" r:id="rId21"/>
    <p:sldId id="876" r:id="rId22"/>
    <p:sldId id="877" r:id="rId23"/>
    <p:sldId id="878" r:id="rId24"/>
    <p:sldId id="879" r:id="rId25"/>
    <p:sldId id="880" r:id="rId26"/>
    <p:sldId id="881" r:id="rId27"/>
    <p:sldId id="882" r:id="rId28"/>
    <p:sldId id="883" r:id="rId29"/>
    <p:sldId id="884" r:id="rId30"/>
    <p:sldId id="885" r:id="rId31"/>
    <p:sldId id="886" r:id="rId32"/>
    <p:sldId id="887" r:id="rId33"/>
    <p:sldId id="888" r:id="rId34"/>
    <p:sldId id="889" r:id="rId35"/>
    <p:sldId id="890" r:id="rId36"/>
    <p:sldId id="892" r:id="rId37"/>
    <p:sldId id="893" r:id="rId38"/>
    <p:sldId id="894" r:id="rId39"/>
    <p:sldId id="895" r:id="rId40"/>
    <p:sldId id="897" r:id="rId41"/>
    <p:sldId id="898" r:id="rId42"/>
    <p:sldId id="899" r:id="rId43"/>
    <p:sldId id="900" r:id="rId44"/>
    <p:sldId id="901" r:id="rId45"/>
    <p:sldId id="902" r:id="rId46"/>
    <p:sldId id="903" r:id="rId47"/>
    <p:sldId id="904" r:id="rId48"/>
    <p:sldId id="905" r:id="rId49"/>
    <p:sldId id="906" r:id="rId50"/>
    <p:sldId id="907" r:id="rId51"/>
    <p:sldId id="908" r:id="rId52"/>
    <p:sldId id="909" r:id="rId53"/>
    <p:sldId id="910" r:id="rId54"/>
    <p:sldId id="911" r:id="rId55"/>
    <p:sldId id="912" r:id="rId56"/>
    <p:sldId id="913" r:id="rId57"/>
    <p:sldId id="914" r:id="rId58"/>
    <p:sldId id="852" r:id="rId59"/>
    <p:sldId id="824" r:id="rId60"/>
    <p:sldId id="725" r:id="rId61"/>
    <p:sldId id="765" r:id="rId62"/>
    <p:sldId id="705" r:id="rId63"/>
    <p:sldId id="693" r:id="rId64"/>
    <p:sldId id="664" r:id="rId65"/>
    <p:sldId id="67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024C9-18AD-495D-A54A-6FFA96519E06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18759-DABD-4892-B834-CDF2E12FF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4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3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9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EA405-C945-40C5-A026-D7A5AF97B225}" type="datetimeFigureOut">
              <a:rPr lang="en-US" smtClean="0"/>
              <a:t>07-Jul-26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0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2.png"/><Relationship Id="rId9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8.png"/><Relationship Id="rId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51.png"/><Relationship Id="rId5" Type="http://schemas.openxmlformats.org/officeDocument/2006/relationships/image" Target="../media/image41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53.png"/><Relationship Id="rId5" Type="http://schemas.openxmlformats.org/officeDocument/2006/relationships/image" Target="../media/image41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3556"/>
            <a:ext cx="9144000" cy="1524644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 207: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Algorithms-II</a:t>
            </a:r>
            <a:b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 1)</a:t>
            </a:r>
            <a:endParaRPr lang="en-US" sz="48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70449"/>
            <a:ext cx="9144000" cy="1655762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Instructor</a:t>
            </a:r>
          </a:p>
          <a:p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 smtClean="0"/>
              <a:t>Md</a:t>
            </a:r>
            <a:r>
              <a:rPr lang="en-US" dirty="0" smtClean="0"/>
              <a:t> </a:t>
            </a:r>
            <a:r>
              <a:rPr lang="en-US" dirty="0" err="1" smtClean="0"/>
              <a:t>Monirul</a:t>
            </a:r>
            <a:r>
              <a:rPr lang="en-US" dirty="0" smtClean="0"/>
              <a:t> Islam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Dijkstra Algorithm for SSSP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58249" y="1841746"/>
            <a:ext cx="62319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similar to Prim’s Algorithm or BFS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stores the vertices whose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fixed</a:t>
            </a:r>
            <a:endParaRPr lang="en-US" sz="2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maintains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invariant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start of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iteration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while loop of lines </a:t>
            </a:r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4-8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3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75489" y="1317814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1301329" y="4653737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65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75489" y="1317814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1301329" y="4653737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813638" y="1305454"/>
            <a:ext cx="3180318" cy="3252507"/>
            <a:chOff x="786240" y="774115"/>
            <a:chExt cx="3180318" cy="3252507"/>
          </a:xfrm>
        </p:grpSpPr>
        <p:sp>
          <p:nvSpPr>
            <p:cNvPr id="38" name="Oval 3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3" name="Straight Connector 42"/>
            <p:cNvCxnSpPr>
              <a:endCxn id="3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6"/>
              <a:endCxn id="3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0" idx="7"/>
              <a:endCxn id="39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40" idx="5"/>
              <a:endCxn id="4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rc 62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rc 63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Straight Connector 66"/>
            <p:cNvCxnSpPr>
              <a:endCxn id="4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5267847" y="464137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87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75489" y="1317814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/>
          <p:cNvSpPr/>
          <p:nvPr/>
        </p:nvSpPr>
        <p:spPr>
          <a:xfrm>
            <a:off x="1301329" y="4653737"/>
            <a:ext cx="175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US" sz="24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3813638" y="1305454"/>
            <a:ext cx="3180318" cy="3252507"/>
            <a:chOff x="786240" y="774115"/>
            <a:chExt cx="3180318" cy="3252507"/>
          </a:xfrm>
        </p:grpSpPr>
        <p:sp>
          <p:nvSpPr>
            <p:cNvPr id="38" name="Oval 3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43" name="Straight Connector 42"/>
            <p:cNvCxnSpPr>
              <a:endCxn id="3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6"/>
              <a:endCxn id="3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0" idx="7"/>
              <a:endCxn id="39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40" idx="5"/>
              <a:endCxn id="41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rc 62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rc 63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Straight Connector 66"/>
            <p:cNvCxnSpPr>
              <a:endCxn id="40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5267847" y="4641377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/>
          </a:p>
        </p:txBody>
      </p:sp>
      <p:grpSp>
        <p:nvGrpSpPr>
          <p:cNvPr id="69" name="Group 68"/>
          <p:cNvGrpSpPr/>
          <p:nvPr/>
        </p:nvGrpSpPr>
        <p:grpSpPr>
          <a:xfrm>
            <a:off x="8216752" y="1326046"/>
            <a:ext cx="3180318" cy="3252507"/>
            <a:chOff x="786240" y="774115"/>
            <a:chExt cx="3180318" cy="3252507"/>
          </a:xfrm>
        </p:grpSpPr>
        <p:sp>
          <p:nvSpPr>
            <p:cNvPr id="70" name="Oval 69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70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1" idx="6"/>
              <a:endCxn id="70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71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2" idx="5"/>
              <a:endCxn id="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rc 94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Arc 95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Straight Connector 98"/>
            <p:cNvCxnSpPr>
              <a:endCxn id="72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>
          <a:xfrm>
            <a:off x="9670961" y="466196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069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3842467" y="1358998"/>
            <a:ext cx="3180318" cy="3252507"/>
            <a:chOff x="786240" y="774115"/>
            <a:chExt cx="3180318" cy="3252507"/>
          </a:xfrm>
        </p:grpSpPr>
        <p:sp>
          <p:nvSpPr>
            <p:cNvPr id="70" name="Oval 69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70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1" idx="6"/>
              <a:endCxn id="70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71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2" idx="5"/>
              <a:endCxn id="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rc 94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Arc 95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Straight Connector 98"/>
            <p:cNvCxnSpPr>
              <a:endCxn id="72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>
          <a:xfrm>
            <a:off x="5296676" y="469492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213720" y="1379592"/>
            <a:ext cx="3180318" cy="3252507"/>
            <a:chOff x="786240" y="774115"/>
            <a:chExt cx="3180318" cy="3252507"/>
          </a:xfrm>
        </p:grpSpPr>
        <p:sp>
          <p:nvSpPr>
            <p:cNvPr id="102" name="Oval 101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7" name="Straight Connector 106"/>
            <p:cNvCxnSpPr>
              <a:endCxn id="102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03" idx="6"/>
              <a:endCxn id="102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104" idx="7"/>
              <a:endCxn id="10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04" idx="5"/>
              <a:endCxn id="10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Arc 12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Arc 12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1" name="Straight Connector 130"/>
            <p:cNvCxnSpPr>
              <a:endCxn id="10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ectangle 131"/>
          <p:cNvSpPr/>
          <p:nvPr/>
        </p:nvSpPr>
        <p:spPr>
          <a:xfrm>
            <a:off x="1667929" y="47155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42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3842467" y="1358998"/>
            <a:ext cx="3180318" cy="3252507"/>
            <a:chOff x="786240" y="774115"/>
            <a:chExt cx="3180318" cy="3252507"/>
          </a:xfrm>
        </p:grpSpPr>
        <p:sp>
          <p:nvSpPr>
            <p:cNvPr id="70" name="Oval 69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70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1" idx="6"/>
              <a:endCxn id="70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2" idx="7"/>
              <a:endCxn id="71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72" idx="5"/>
              <a:endCxn id="73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rc 90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rc 91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rc 94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Arc 95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Straight Connector 96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Straight Connector 98"/>
            <p:cNvCxnSpPr>
              <a:endCxn id="72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ctangle 99"/>
          <p:cNvSpPr/>
          <p:nvPr/>
        </p:nvSpPr>
        <p:spPr>
          <a:xfrm>
            <a:off x="5296676" y="469492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213720" y="1379592"/>
            <a:ext cx="3180318" cy="3252507"/>
            <a:chOff x="786240" y="774115"/>
            <a:chExt cx="3180318" cy="3252507"/>
          </a:xfrm>
        </p:grpSpPr>
        <p:sp>
          <p:nvSpPr>
            <p:cNvPr id="102" name="Oval 101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10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7" name="Straight Connector 106"/>
            <p:cNvCxnSpPr>
              <a:endCxn id="102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03" idx="6"/>
              <a:endCxn id="102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104" idx="7"/>
              <a:endCxn id="10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104" idx="5"/>
              <a:endCxn id="10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Arc 12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Arc 12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Arc 12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Arc 12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1" name="Straight Connector 130"/>
            <p:cNvCxnSpPr>
              <a:endCxn id="10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ectangle 131"/>
          <p:cNvSpPr/>
          <p:nvPr/>
        </p:nvSpPr>
        <p:spPr>
          <a:xfrm>
            <a:off x="1667929" y="47155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/>
          </a:p>
        </p:txBody>
      </p:sp>
      <p:grpSp>
        <p:nvGrpSpPr>
          <p:cNvPr id="67" name="Group 66"/>
          <p:cNvGrpSpPr/>
          <p:nvPr/>
        </p:nvGrpSpPr>
        <p:grpSpPr>
          <a:xfrm>
            <a:off x="8047877" y="1354876"/>
            <a:ext cx="3180318" cy="3252507"/>
            <a:chOff x="786240" y="774115"/>
            <a:chExt cx="3180318" cy="3252507"/>
          </a:xfrm>
        </p:grpSpPr>
        <p:sp>
          <p:nvSpPr>
            <p:cNvPr id="68" name="Oval 6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13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Oval 13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13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Straight Connector 136"/>
            <p:cNvCxnSpPr>
              <a:endCxn id="6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33" idx="6"/>
              <a:endCxn id="6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34" idx="7"/>
              <a:endCxn id="13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34" idx="5"/>
              <a:endCxn id="13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Arc 15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Arc 15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Arc 15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Arc 15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9" name="Straight Connector 15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Straight Connector 160"/>
            <p:cNvCxnSpPr>
              <a:endCxn id="13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Rectangle 161"/>
          <p:cNvSpPr/>
          <p:nvPr/>
        </p:nvSpPr>
        <p:spPr>
          <a:xfrm>
            <a:off x="9502086" y="469079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283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Simulation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8047877" y="1354876"/>
            <a:ext cx="3180318" cy="3252507"/>
            <a:chOff x="786240" y="774115"/>
            <a:chExt cx="3180318" cy="3252507"/>
          </a:xfrm>
        </p:grpSpPr>
        <p:sp>
          <p:nvSpPr>
            <p:cNvPr id="68" name="Oval 67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132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Oval 134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135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Straight Connector 136"/>
            <p:cNvCxnSpPr>
              <a:endCxn id="68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33" idx="6"/>
              <a:endCxn id="68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34" idx="7"/>
              <a:endCxn id="133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34" idx="5"/>
              <a:endCxn id="135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Arc 152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Arc 153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Arc 156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Arc 157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9" name="Straight Connector 158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1" name="Straight Connector 160"/>
            <p:cNvCxnSpPr>
              <a:endCxn id="134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Rectangle 161"/>
          <p:cNvSpPr/>
          <p:nvPr/>
        </p:nvSpPr>
        <p:spPr>
          <a:xfrm>
            <a:off x="9502086" y="4690799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endParaRPr lang="en-US" sz="2400" dirty="0"/>
          </a:p>
        </p:txBody>
      </p:sp>
      <p:grpSp>
        <p:nvGrpSpPr>
          <p:cNvPr id="163" name="Group 162"/>
          <p:cNvGrpSpPr/>
          <p:nvPr/>
        </p:nvGrpSpPr>
        <p:grpSpPr>
          <a:xfrm>
            <a:off x="172514" y="1379592"/>
            <a:ext cx="3180318" cy="3252507"/>
            <a:chOff x="786240" y="774115"/>
            <a:chExt cx="3180318" cy="3252507"/>
          </a:xfrm>
        </p:grpSpPr>
        <p:sp>
          <p:nvSpPr>
            <p:cNvPr id="164" name="Oval 163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Oval 165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Oval 166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Oval 167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9" name="Straight Connector 168"/>
            <p:cNvCxnSpPr>
              <a:endCxn id="164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>
              <a:stCxn id="165" idx="6"/>
              <a:endCxn id="164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>
              <a:stCxn id="166" idx="7"/>
              <a:endCxn id="165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166" idx="5"/>
              <a:endCxn id="167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Arc 184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Arc 185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Arc 188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Arc 189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3" name="Straight Connector 192"/>
            <p:cNvCxnSpPr>
              <a:endCxn id="166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Rectangle 193"/>
          <p:cNvSpPr/>
          <p:nvPr/>
        </p:nvSpPr>
        <p:spPr>
          <a:xfrm>
            <a:off x="1626723" y="47155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/>
          </a:p>
        </p:txBody>
      </p:sp>
      <p:grpSp>
        <p:nvGrpSpPr>
          <p:cNvPr id="195" name="Group 194"/>
          <p:cNvGrpSpPr/>
          <p:nvPr/>
        </p:nvGrpSpPr>
        <p:grpSpPr>
          <a:xfrm>
            <a:off x="4204935" y="1358992"/>
            <a:ext cx="3180318" cy="3252507"/>
            <a:chOff x="786240" y="774115"/>
            <a:chExt cx="3180318" cy="3252507"/>
          </a:xfrm>
        </p:grpSpPr>
        <p:sp>
          <p:nvSpPr>
            <p:cNvPr id="196" name="Oval 195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Oval 196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Oval 19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Oval 19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Oval 19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1" name="Straight Connector 200"/>
            <p:cNvCxnSpPr>
              <a:endCxn id="196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>
              <a:stCxn id="197" idx="6"/>
              <a:endCxn id="196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>
              <a:stCxn id="198" idx="7"/>
              <a:endCxn id="197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>
              <a:stCxn id="198" idx="5"/>
              <a:endCxn id="19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Arc 21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Arc 21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Arc 22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Arc 22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3" name="Straight Connector 22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5" name="Straight Connector 224"/>
            <p:cNvCxnSpPr>
              <a:endCxn id="19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6" name="Rectangle 225"/>
          <p:cNvSpPr/>
          <p:nvPr/>
        </p:nvSpPr>
        <p:spPr>
          <a:xfrm>
            <a:off x="5659144" y="4694915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131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24.6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V, E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weighted, directed graph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non-negative edge weight and  a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2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3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07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049846" y="3146615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294464" y="1140447"/>
              <a:ext cx="608592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29705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093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8047877" y="2969494"/>
            <a:ext cx="3180318" cy="3252507"/>
            <a:chOff x="786240" y="774115"/>
            <a:chExt cx="3180318" cy="3252507"/>
          </a:xfrm>
        </p:grpSpPr>
        <p:sp>
          <p:nvSpPr>
            <p:cNvPr id="37" name="Oval 36"/>
            <p:cNvSpPr/>
            <p:nvPr/>
          </p:nvSpPr>
          <p:spPr>
            <a:xfrm>
              <a:off x="3264035" y="1089373"/>
              <a:ext cx="669451" cy="58856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952179" y="1116126"/>
              <a:ext cx="608592" cy="5350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Straight Connector 41"/>
            <p:cNvCxnSpPr>
              <a:endCxn id="37" idx="3"/>
            </p:cNvCxnSpPr>
            <p:nvPr/>
          </p:nvCxnSpPr>
          <p:spPr>
            <a:xfrm flipV="1">
              <a:off x="2453885" y="1591748"/>
              <a:ext cx="908189" cy="167913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8" idx="6"/>
              <a:endCxn id="37" idx="2"/>
            </p:cNvCxnSpPr>
            <p:nvPr/>
          </p:nvCxnSpPr>
          <p:spPr>
            <a:xfrm>
              <a:off x="2560771" y="1383658"/>
              <a:ext cx="703264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7"/>
              <a:endCxn id="38" idx="3"/>
            </p:cNvCxnSpPr>
            <p:nvPr/>
          </p:nvCxnSpPr>
          <p:spPr>
            <a:xfrm flipV="1">
              <a:off x="1176522" y="1572831"/>
              <a:ext cx="864783" cy="67623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9" idx="5"/>
              <a:endCxn id="40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57422" y="1545228"/>
              <a:ext cx="527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Arc 57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c 58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rc 61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Arc 62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Straight Connector 63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endCxn id="39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/>
          <p:cNvSpPr/>
          <p:nvPr/>
        </p:nvSpPr>
        <p:spPr>
          <a:xfrm>
            <a:off x="9502086" y="6305417"/>
            <a:ext cx="816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endParaRPr lang="en-US" sz="2400" dirty="0"/>
          </a:p>
        </p:txBody>
      </p:sp>
      <p:sp>
        <p:nvSpPr>
          <p:cNvPr id="68" name="Rectangle 67"/>
          <p:cNvSpPr/>
          <p:nvPr/>
        </p:nvSpPr>
        <p:spPr>
          <a:xfrm>
            <a:off x="2050979" y="6301297"/>
            <a:ext cx="1736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30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28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049846" y="3146615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294464" y="1140447"/>
              <a:ext cx="608592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29705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09367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2050979" y="6301297"/>
            <a:ext cx="1736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6223449" y="3756964"/>
                <a:ext cx="566375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suffices to show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added to set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Thereafter, </a:t>
                </a:r>
                <a:r>
                  <a:rPr lang="en-US" sz="24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u.d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never changes.</a:t>
                </a:r>
                <a:endParaRPr lang="en-US" sz="2400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449" y="3756964"/>
                <a:ext cx="5663752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722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9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Initialization: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Initially,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empty and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the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invariant is trivially true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828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00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the following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loop invariant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start of each iteration of the while loop of lines 4–8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to show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828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86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the contradiction: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01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contradiction: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776400" cy="2219325"/>
            <a:chOff x="3790950" y="3851577"/>
            <a:chExt cx="4776400" cy="2219325"/>
          </a:xfrm>
        </p:grpSpPr>
        <p:grpSp>
          <p:nvGrpSpPr>
            <p:cNvPr id="3" name="Group 2"/>
            <p:cNvGrpSpPr/>
            <p:nvPr/>
          </p:nvGrpSpPr>
          <p:grpSpPr>
            <a:xfrm>
              <a:off x="3790950" y="3851577"/>
              <a:ext cx="4610100" cy="2219325"/>
              <a:chOff x="3790950" y="3851577"/>
              <a:chExt cx="4610100" cy="2219325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0950" y="3851577"/>
                <a:ext cx="4610100" cy="2219325"/>
              </a:xfrm>
              <a:prstGeom prst="rect">
                <a:avLst/>
              </a:prstGeom>
            </p:spPr>
          </p:pic>
          <p:sp>
            <p:nvSpPr>
              <p:cNvPr id="5" name="Oval 4"/>
              <p:cNvSpPr/>
              <p:nvPr/>
            </p:nvSpPr>
            <p:spPr>
              <a:xfrm>
                <a:off x="7458669" y="4985306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7339223" y="3902030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Freeform 7"/>
            <p:cNvSpPr/>
            <p:nvPr/>
          </p:nvSpPr>
          <p:spPr>
            <a:xfrm>
              <a:off x="4003589" y="4250723"/>
              <a:ext cx="1780458" cy="1491049"/>
            </a:xfrm>
            <a:custGeom>
              <a:avLst/>
              <a:gdLst>
                <a:gd name="connsiteX0" fmla="*/ 57665 w 1780458"/>
                <a:gd name="connsiteY0" fmla="*/ 131805 h 1507524"/>
                <a:gd name="connsiteX1" fmla="*/ 57665 w 1780458"/>
                <a:gd name="connsiteY1" fmla="*/ 131805 h 1507524"/>
                <a:gd name="connsiteX2" fmla="*/ 140043 w 1780458"/>
                <a:gd name="connsiteY2" fmla="*/ 214183 h 1507524"/>
                <a:gd name="connsiteX3" fmla="*/ 189470 w 1780458"/>
                <a:gd name="connsiteY3" fmla="*/ 247135 h 1507524"/>
                <a:gd name="connsiteX4" fmla="*/ 247135 w 1780458"/>
                <a:gd name="connsiteY4" fmla="*/ 280086 h 1507524"/>
                <a:gd name="connsiteX5" fmla="*/ 337751 w 1780458"/>
                <a:gd name="connsiteY5" fmla="*/ 304800 h 1507524"/>
                <a:gd name="connsiteX6" fmla="*/ 370702 w 1780458"/>
                <a:gd name="connsiteY6" fmla="*/ 296562 h 1507524"/>
                <a:gd name="connsiteX7" fmla="*/ 420129 w 1780458"/>
                <a:gd name="connsiteY7" fmla="*/ 247135 h 1507524"/>
                <a:gd name="connsiteX8" fmla="*/ 453081 w 1780458"/>
                <a:gd name="connsiteY8" fmla="*/ 222421 h 1507524"/>
                <a:gd name="connsiteX9" fmla="*/ 494270 w 1780458"/>
                <a:gd name="connsiteY9" fmla="*/ 164756 h 1507524"/>
                <a:gd name="connsiteX10" fmla="*/ 510746 w 1780458"/>
                <a:gd name="connsiteY10" fmla="*/ 140043 h 1507524"/>
                <a:gd name="connsiteX11" fmla="*/ 535459 w 1780458"/>
                <a:gd name="connsiteY11" fmla="*/ 123567 h 1507524"/>
                <a:gd name="connsiteX12" fmla="*/ 576648 w 1780458"/>
                <a:gd name="connsiteY12" fmla="*/ 65902 h 1507524"/>
                <a:gd name="connsiteX13" fmla="*/ 593124 w 1780458"/>
                <a:gd name="connsiteY13" fmla="*/ 41189 h 1507524"/>
                <a:gd name="connsiteX14" fmla="*/ 667265 w 1780458"/>
                <a:gd name="connsiteY14" fmla="*/ 0 h 1507524"/>
                <a:gd name="connsiteX15" fmla="*/ 897924 w 1780458"/>
                <a:gd name="connsiteY15" fmla="*/ 8237 h 1507524"/>
                <a:gd name="connsiteX16" fmla="*/ 939113 w 1780458"/>
                <a:gd name="connsiteY16" fmla="*/ 16475 h 1507524"/>
                <a:gd name="connsiteX17" fmla="*/ 988540 w 1780458"/>
                <a:gd name="connsiteY17" fmla="*/ 24713 h 1507524"/>
                <a:gd name="connsiteX18" fmla="*/ 1021492 w 1780458"/>
                <a:gd name="connsiteY18" fmla="*/ 32951 h 1507524"/>
                <a:gd name="connsiteX19" fmla="*/ 1128583 w 1780458"/>
                <a:gd name="connsiteY19" fmla="*/ 49427 h 1507524"/>
                <a:gd name="connsiteX20" fmla="*/ 1532238 w 1780458"/>
                <a:gd name="connsiteY20" fmla="*/ 57665 h 1507524"/>
                <a:gd name="connsiteX21" fmla="*/ 1548713 w 1780458"/>
                <a:gd name="connsiteY21" fmla="*/ 82378 h 1507524"/>
                <a:gd name="connsiteX22" fmla="*/ 1548713 w 1780458"/>
                <a:gd name="connsiteY22" fmla="*/ 164756 h 1507524"/>
                <a:gd name="connsiteX23" fmla="*/ 1532238 w 1780458"/>
                <a:gd name="connsiteY23" fmla="*/ 189470 h 1507524"/>
                <a:gd name="connsiteX24" fmla="*/ 1548713 w 1780458"/>
                <a:gd name="connsiteY24" fmla="*/ 304800 h 1507524"/>
                <a:gd name="connsiteX25" fmla="*/ 1573427 w 1780458"/>
                <a:gd name="connsiteY25" fmla="*/ 411892 h 1507524"/>
                <a:gd name="connsiteX26" fmla="*/ 1581665 w 1780458"/>
                <a:gd name="connsiteY26" fmla="*/ 436605 h 1507524"/>
                <a:gd name="connsiteX27" fmla="*/ 1606378 w 1780458"/>
                <a:gd name="connsiteY27" fmla="*/ 453081 h 1507524"/>
                <a:gd name="connsiteX28" fmla="*/ 1631092 w 1780458"/>
                <a:gd name="connsiteY28" fmla="*/ 502508 h 1507524"/>
                <a:gd name="connsiteX29" fmla="*/ 1688756 w 1780458"/>
                <a:gd name="connsiteY29" fmla="*/ 535459 h 1507524"/>
                <a:gd name="connsiteX30" fmla="*/ 1738183 w 1780458"/>
                <a:gd name="connsiteY30" fmla="*/ 551935 h 1507524"/>
                <a:gd name="connsiteX31" fmla="*/ 1762897 w 1780458"/>
                <a:gd name="connsiteY31" fmla="*/ 568410 h 1507524"/>
                <a:gd name="connsiteX32" fmla="*/ 1771135 w 1780458"/>
                <a:gd name="connsiteY32" fmla="*/ 675502 h 1507524"/>
                <a:gd name="connsiteX33" fmla="*/ 1754659 w 1780458"/>
                <a:gd name="connsiteY33" fmla="*/ 700216 h 1507524"/>
                <a:gd name="connsiteX34" fmla="*/ 1729946 w 1780458"/>
                <a:gd name="connsiteY34" fmla="*/ 716692 h 1507524"/>
                <a:gd name="connsiteX35" fmla="*/ 1713470 w 1780458"/>
                <a:gd name="connsiteY35" fmla="*/ 741405 h 1507524"/>
                <a:gd name="connsiteX36" fmla="*/ 1688756 w 1780458"/>
                <a:gd name="connsiteY36" fmla="*/ 749643 h 1507524"/>
                <a:gd name="connsiteX37" fmla="*/ 1647567 w 1780458"/>
                <a:gd name="connsiteY37" fmla="*/ 823783 h 1507524"/>
                <a:gd name="connsiteX38" fmla="*/ 1655805 w 1780458"/>
                <a:gd name="connsiteY38" fmla="*/ 930875 h 1507524"/>
                <a:gd name="connsiteX39" fmla="*/ 1680519 w 1780458"/>
                <a:gd name="connsiteY39" fmla="*/ 955589 h 1507524"/>
                <a:gd name="connsiteX40" fmla="*/ 1696994 w 1780458"/>
                <a:gd name="connsiteY40" fmla="*/ 980302 h 1507524"/>
                <a:gd name="connsiteX41" fmla="*/ 1713470 w 1780458"/>
                <a:gd name="connsiteY41" fmla="*/ 1062681 h 1507524"/>
                <a:gd name="connsiteX42" fmla="*/ 1721708 w 1780458"/>
                <a:gd name="connsiteY42" fmla="*/ 1087394 h 1507524"/>
                <a:gd name="connsiteX43" fmla="*/ 1746421 w 1780458"/>
                <a:gd name="connsiteY43" fmla="*/ 1136821 h 1507524"/>
                <a:gd name="connsiteX44" fmla="*/ 1738183 w 1780458"/>
                <a:gd name="connsiteY44" fmla="*/ 1210962 h 1507524"/>
                <a:gd name="connsiteX45" fmla="*/ 1696994 w 1780458"/>
                <a:gd name="connsiteY45" fmla="*/ 1252151 h 1507524"/>
                <a:gd name="connsiteX46" fmla="*/ 1647567 w 1780458"/>
                <a:gd name="connsiteY46" fmla="*/ 1293340 h 1507524"/>
                <a:gd name="connsiteX47" fmla="*/ 1606378 w 1780458"/>
                <a:gd name="connsiteY47" fmla="*/ 1326292 h 1507524"/>
                <a:gd name="connsiteX48" fmla="*/ 1589902 w 1780458"/>
                <a:gd name="connsiteY48" fmla="*/ 1351005 h 1507524"/>
                <a:gd name="connsiteX49" fmla="*/ 1540475 w 1780458"/>
                <a:gd name="connsiteY49" fmla="*/ 1383956 h 1507524"/>
                <a:gd name="connsiteX50" fmla="*/ 1499286 w 1780458"/>
                <a:gd name="connsiteY50" fmla="*/ 1425146 h 1507524"/>
                <a:gd name="connsiteX51" fmla="*/ 1449859 w 1780458"/>
                <a:gd name="connsiteY51" fmla="*/ 1458097 h 1507524"/>
                <a:gd name="connsiteX52" fmla="*/ 1400432 w 1780458"/>
                <a:gd name="connsiteY52" fmla="*/ 1491048 h 1507524"/>
                <a:gd name="connsiteX53" fmla="*/ 1351005 w 1780458"/>
                <a:gd name="connsiteY53" fmla="*/ 1507524 h 1507524"/>
                <a:gd name="connsiteX54" fmla="*/ 1145059 w 1780458"/>
                <a:gd name="connsiteY54" fmla="*/ 1499286 h 1507524"/>
                <a:gd name="connsiteX55" fmla="*/ 1103870 w 1780458"/>
                <a:gd name="connsiteY55" fmla="*/ 1491048 h 1507524"/>
                <a:gd name="connsiteX56" fmla="*/ 988540 w 1780458"/>
                <a:gd name="connsiteY56" fmla="*/ 1474573 h 1507524"/>
                <a:gd name="connsiteX57" fmla="*/ 963827 w 1780458"/>
                <a:gd name="connsiteY57" fmla="*/ 1466335 h 1507524"/>
                <a:gd name="connsiteX58" fmla="*/ 856735 w 1780458"/>
                <a:gd name="connsiteY58" fmla="*/ 1449859 h 1507524"/>
                <a:gd name="connsiteX59" fmla="*/ 823783 w 1780458"/>
                <a:gd name="connsiteY59" fmla="*/ 1441621 h 1507524"/>
                <a:gd name="connsiteX60" fmla="*/ 782594 w 1780458"/>
                <a:gd name="connsiteY60" fmla="*/ 1433383 h 1507524"/>
                <a:gd name="connsiteX61" fmla="*/ 724929 w 1780458"/>
                <a:gd name="connsiteY61" fmla="*/ 1425146 h 1507524"/>
                <a:gd name="connsiteX62" fmla="*/ 609600 w 1780458"/>
                <a:gd name="connsiteY62" fmla="*/ 1408670 h 1507524"/>
                <a:gd name="connsiteX63" fmla="*/ 584886 w 1780458"/>
                <a:gd name="connsiteY63" fmla="*/ 1400432 h 1507524"/>
                <a:gd name="connsiteX64" fmla="*/ 494270 w 1780458"/>
                <a:gd name="connsiteY64" fmla="*/ 1383956 h 1507524"/>
                <a:gd name="connsiteX65" fmla="*/ 469556 w 1780458"/>
                <a:gd name="connsiteY65" fmla="*/ 1375719 h 1507524"/>
                <a:gd name="connsiteX66" fmla="*/ 403654 w 1780458"/>
                <a:gd name="connsiteY66" fmla="*/ 1318054 h 1507524"/>
                <a:gd name="connsiteX67" fmla="*/ 378940 w 1780458"/>
                <a:gd name="connsiteY67" fmla="*/ 1301578 h 1507524"/>
                <a:gd name="connsiteX68" fmla="*/ 337751 w 1780458"/>
                <a:gd name="connsiteY68" fmla="*/ 1268627 h 1507524"/>
                <a:gd name="connsiteX69" fmla="*/ 321275 w 1780458"/>
                <a:gd name="connsiteY69" fmla="*/ 1243913 h 1507524"/>
                <a:gd name="connsiteX70" fmla="*/ 296562 w 1780458"/>
                <a:gd name="connsiteY70" fmla="*/ 1227437 h 1507524"/>
                <a:gd name="connsiteX71" fmla="*/ 238897 w 1780458"/>
                <a:gd name="connsiteY71" fmla="*/ 1153297 h 1507524"/>
                <a:gd name="connsiteX72" fmla="*/ 222421 w 1780458"/>
                <a:gd name="connsiteY72" fmla="*/ 1128583 h 1507524"/>
                <a:gd name="connsiteX73" fmla="*/ 197708 w 1780458"/>
                <a:gd name="connsiteY73" fmla="*/ 1103870 h 1507524"/>
                <a:gd name="connsiteX74" fmla="*/ 172994 w 1780458"/>
                <a:gd name="connsiteY74" fmla="*/ 1054443 h 1507524"/>
                <a:gd name="connsiteX75" fmla="*/ 148281 w 1780458"/>
                <a:gd name="connsiteY75" fmla="*/ 1005016 h 1507524"/>
                <a:gd name="connsiteX76" fmla="*/ 156519 w 1780458"/>
                <a:gd name="connsiteY76" fmla="*/ 757881 h 1507524"/>
                <a:gd name="connsiteX77" fmla="*/ 148281 w 1780458"/>
                <a:gd name="connsiteY77" fmla="*/ 642551 h 1507524"/>
                <a:gd name="connsiteX78" fmla="*/ 131805 w 1780458"/>
                <a:gd name="connsiteY78" fmla="*/ 593124 h 1507524"/>
                <a:gd name="connsiteX79" fmla="*/ 82378 w 1780458"/>
                <a:gd name="connsiteY79" fmla="*/ 510746 h 1507524"/>
                <a:gd name="connsiteX80" fmla="*/ 65902 w 1780458"/>
                <a:gd name="connsiteY80" fmla="*/ 486032 h 1507524"/>
                <a:gd name="connsiteX81" fmla="*/ 49427 w 1780458"/>
                <a:gd name="connsiteY81" fmla="*/ 461319 h 1507524"/>
                <a:gd name="connsiteX82" fmla="*/ 24713 w 1780458"/>
                <a:gd name="connsiteY82" fmla="*/ 428367 h 1507524"/>
                <a:gd name="connsiteX83" fmla="*/ 0 w 1780458"/>
                <a:gd name="connsiteY83" fmla="*/ 345989 h 1507524"/>
                <a:gd name="connsiteX84" fmla="*/ 8238 w 1780458"/>
                <a:gd name="connsiteY84" fmla="*/ 230659 h 1507524"/>
                <a:gd name="connsiteX85" fmla="*/ 16475 w 1780458"/>
                <a:gd name="connsiteY85" fmla="*/ 205946 h 1507524"/>
                <a:gd name="connsiteX86" fmla="*/ 57665 w 1780458"/>
                <a:gd name="connsiteY86" fmla="*/ 131805 h 150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780458" h="1507524">
                  <a:moveTo>
                    <a:pt x="57665" y="131805"/>
                  </a:moveTo>
                  <a:lnTo>
                    <a:pt x="57665" y="131805"/>
                  </a:lnTo>
                  <a:cubicBezTo>
                    <a:pt x="85124" y="159264"/>
                    <a:pt x="107732" y="192642"/>
                    <a:pt x="140043" y="214183"/>
                  </a:cubicBezTo>
                  <a:lnTo>
                    <a:pt x="189470" y="247135"/>
                  </a:lnTo>
                  <a:cubicBezTo>
                    <a:pt x="211760" y="261995"/>
                    <a:pt x="221008" y="269635"/>
                    <a:pt x="247135" y="280086"/>
                  </a:cubicBezTo>
                  <a:cubicBezTo>
                    <a:pt x="288942" y="296809"/>
                    <a:pt x="296385" y="296527"/>
                    <a:pt x="337751" y="304800"/>
                  </a:cubicBezTo>
                  <a:cubicBezTo>
                    <a:pt x="348735" y="302054"/>
                    <a:pt x="360576" y="301625"/>
                    <a:pt x="370702" y="296562"/>
                  </a:cubicBezTo>
                  <a:cubicBezTo>
                    <a:pt x="424551" y="269637"/>
                    <a:pt x="386681" y="280583"/>
                    <a:pt x="420129" y="247135"/>
                  </a:cubicBezTo>
                  <a:cubicBezTo>
                    <a:pt x="429838" y="237426"/>
                    <a:pt x="442097" y="230659"/>
                    <a:pt x="453081" y="222421"/>
                  </a:cubicBezTo>
                  <a:cubicBezTo>
                    <a:pt x="491895" y="164199"/>
                    <a:pt x="443198" y="236255"/>
                    <a:pt x="494270" y="164756"/>
                  </a:cubicBezTo>
                  <a:cubicBezTo>
                    <a:pt x="500025" y="156700"/>
                    <a:pt x="503745" y="147044"/>
                    <a:pt x="510746" y="140043"/>
                  </a:cubicBezTo>
                  <a:cubicBezTo>
                    <a:pt x="517747" y="133042"/>
                    <a:pt x="527221" y="129059"/>
                    <a:pt x="535459" y="123567"/>
                  </a:cubicBezTo>
                  <a:cubicBezTo>
                    <a:pt x="574288" y="65326"/>
                    <a:pt x="525559" y="137428"/>
                    <a:pt x="576648" y="65902"/>
                  </a:cubicBezTo>
                  <a:cubicBezTo>
                    <a:pt x="582403" y="57846"/>
                    <a:pt x="585673" y="47709"/>
                    <a:pt x="593124" y="41189"/>
                  </a:cubicBezTo>
                  <a:cubicBezTo>
                    <a:pt x="627990" y="10681"/>
                    <a:pt x="633319" y="11314"/>
                    <a:pt x="667265" y="0"/>
                  </a:cubicBezTo>
                  <a:cubicBezTo>
                    <a:pt x="744151" y="2746"/>
                    <a:pt x="821130" y="3583"/>
                    <a:pt x="897924" y="8237"/>
                  </a:cubicBezTo>
                  <a:cubicBezTo>
                    <a:pt x="911900" y="9084"/>
                    <a:pt x="925337" y="13970"/>
                    <a:pt x="939113" y="16475"/>
                  </a:cubicBezTo>
                  <a:cubicBezTo>
                    <a:pt x="955547" y="19463"/>
                    <a:pt x="972161" y="21437"/>
                    <a:pt x="988540" y="24713"/>
                  </a:cubicBezTo>
                  <a:cubicBezTo>
                    <a:pt x="999642" y="26933"/>
                    <a:pt x="1010440" y="30495"/>
                    <a:pt x="1021492" y="32951"/>
                  </a:cubicBezTo>
                  <a:cubicBezTo>
                    <a:pt x="1052672" y="39880"/>
                    <a:pt x="1098936" y="48387"/>
                    <a:pt x="1128583" y="49427"/>
                  </a:cubicBezTo>
                  <a:cubicBezTo>
                    <a:pt x="1263080" y="54146"/>
                    <a:pt x="1397686" y="54919"/>
                    <a:pt x="1532238" y="57665"/>
                  </a:cubicBezTo>
                  <a:cubicBezTo>
                    <a:pt x="1537730" y="65903"/>
                    <a:pt x="1544285" y="73523"/>
                    <a:pt x="1548713" y="82378"/>
                  </a:cubicBezTo>
                  <a:cubicBezTo>
                    <a:pt x="1562877" y="110706"/>
                    <a:pt x="1558659" y="131603"/>
                    <a:pt x="1548713" y="164756"/>
                  </a:cubicBezTo>
                  <a:cubicBezTo>
                    <a:pt x="1545868" y="174239"/>
                    <a:pt x="1537730" y="181232"/>
                    <a:pt x="1532238" y="189470"/>
                  </a:cubicBezTo>
                  <a:cubicBezTo>
                    <a:pt x="1547791" y="313906"/>
                    <a:pt x="1532879" y="201879"/>
                    <a:pt x="1548713" y="304800"/>
                  </a:cubicBezTo>
                  <a:cubicBezTo>
                    <a:pt x="1560935" y="384240"/>
                    <a:pt x="1549444" y="339946"/>
                    <a:pt x="1573427" y="411892"/>
                  </a:cubicBezTo>
                  <a:cubicBezTo>
                    <a:pt x="1576173" y="420130"/>
                    <a:pt x="1574440" y="431788"/>
                    <a:pt x="1581665" y="436605"/>
                  </a:cubicBezTo>
                  <a:lnTo>
                    <a:pt x="1606378" y="453081"/>
                  </a:lnTo>
                  <a:cubicBezTo>
                    <a:pt x="1613078" y="473181"/>
                    <a:pt x="1615123" y="486539"/>
                    <a:pt x="1631092" y="502508"/>
                  </a:cubicBezTo>
                  <a:cubicBezTo>
                    <a:pt x="1640998" y="512414"/>
                    <a:pt x="1677990" y="531153"/>
                    <a:pt x="1688756" y="535459"/>
                  </a:cubicBezTo>
                  <a:cubicBezTo>
                    <a:pt x="1704881" y="541909"/>
                    <a:pt x="1723733" y="542302"/>
                    <a:pt x="1738183" y="551935"/>
                  </a:cubicBezTo>
                  <a:lnTo>
                    <a:pt x="1762897" y="568410"/>
                  </a:lnTo>
                  <a:cubicBezTo>
                    <a:pt x="1779976" y="619645"/>
                    <a:pt x="1788020" y="619218"/>
                    <a:pt x="1771135" y="675502"/>
                  </a:cubicBezTo>
                  <a:cubicBezTo>
                    <a:pt x="1768290" y="684985"/>
                    <a:pt x="1761660" y="693215"/>
                    <a:pt x="1754659" y="700216"/>
                  </a:cubicBezTo>
                  <a:cubicBezTo>
                    <a:pt x="1747658" y="707217"/>
                    <a:pt x="1738184" y="711200"/>
                    <a:pt x="1729946" y="716692"/>
                  </a:cubicBezTo>
                  <a:cubicBezTo>
                    <a:pt x="1724454" y="724930"/>
                    <a:pt x="1721201" y="735220"/>
                    <a:pt x="1713470" y="741405"/>
                  </a:cubicBezTo>
                  <a:cubicBezTo>
                    <a:pt x="1706689" y="746830"/>
                    <a:pt x="1694896" y="743503"/>
                    <a:pt x="1688756" y="749643"/>
                  </a:cubicBezTo>
                  <a:cubicBezTo>
                    <a:pt x="1660431" y="777968"/>
                    <a:pt x="1657926" y="792707"/>
                    <a:pt x="1647567" y="823783"/>
                  </a:cubicBezTo>
                  <a:cubicBezTo>
                    <a:pt x="1650313" y="859480"/>
                    <a:pt x="1647121" y="896141"/>
                    <a:pt x="1655805" y="930875"/>
                  </a:cubicBezTo>
                  <a:cubicBezTo>
                    <a:pt x="1658631" y="942177"/>
                    <a:pt x="1673061" y="946639"/>
                    <a:pt x="1680519" y="955589"/>
                  </a:cubicBezTo>
                  <a:cubicBezTo>
                    <a:pt x="1686857" y="963195"/>
                    <a:pt x="1691502" y="972064"/>
                    <a:pt x="1696994" y="980302"/>
                  </a:cubicBezTo>
                  <a:cubicBezTo>
                    <a:pt x="1703467" y="1019139"/>
                    <a:pt x="1703639" y="1028273"/>
                    <a:pt x="1713470" y="1062681"/>
                  </a:cubicBezTo>
                  <a:cubicBezTo>
                    <a:pt x="1715856" y="1071030"/>
                    <a:pt x="1717825" y="1079627"/>
                    <a:pt x="1721708" y="1087394"/>
                  </a:cubicBezTo>
                  <a:cubicBezTo>
                    <a:pt x="1753646" y="1151271"/>
                    <a:pt x="1725715" y="1074705"/>
                    <a:pt x="1746421" y="1136821"/>
                  </a:cubicBezTo>
                  <a:cubicBezTo>
                    <a:pt x="1743675" y="1161535"/>
                    <a:pt x="1744214" y="1186839"/>
                    <a:pt x="1738183" y="1210962"/>
                  </a:cubicBezTo>
                  <a:cubicBezTo>
                    <a:pt x="1731824" y="1236398"/>
                    <a:pt x="1714337" y="1237698"/>
                    <a:pt x="1696994" y="1252151"/>
                  </a:cubicBezTo>
                  <a:cubicBezTo>
                    <a:pt x="1633573" y="1305003"/>
                    <a:pt x="1708921" y="1252440"/>
                    <a:pt x="1647567" y="1293340"/>
                  </a:cubicBezTo>
                  <a:cubicBezTo>
                    <a:pt x="1600357" y="1364160"/>
                    <a:pt x="1663217" y="1280822"/>
                    <a:pt x="1606378" y="1326292"/>
                  </a:cubicBezTo>
                  <a:cubicBezTo>
                    <a:pt x="1598647" y="1332477"/>
                    <a:pt x="1597353" y="1344486"/>
                    <a:pt x="1589902" y="1351005"/>
                  </a:cubicBezTo>
                  <a:cubicBezTo>
                    <a:pt x="1575000" y="1364044"/>
                    <a:pt x="1540475" y="1383956"/>
                    <a:pt x="1540475" y="1383956"/>
                  </a:cubicBezTo>
                  <a:cubicBezTo>
                    <a:pt x="1510272" y="1429264"/>
                    <a:pt x="1540474" y="1390822"/>
                    <a:pt x="1499286" y="1425146"/>
                  </a:cubicBezTo>
                  <a:cubicBezTo>
                    <a:pt x="1458148" y="1459427"/>
                    <a:pt x="1493291" y="1443620"/>
                    <a:pt x="1449859" y="1458097"/>
                  </a:cubicBezTo>
                  <a:cubicBezTo>
                    <a:pt x="1433383" y="1469081"/>
                    <a:pt x="1419217" y="1484786"/>
                    <a:pt x="1400432" y="1491048"/>
                  </a:cubicBezTo>
                  <a:lnTo>
                    <a:pt x="1351005" y="1507524"/>
                  </a:lnTo>
                  <a:cubicBezTo>
                    <a:pt x="1282356" y="1504778"/>
                    <a:pt x="1213610" y="1503856"/>
                    <a:pt x="1145059" y="1499286"/>
                  </a:cubicBezTo>
                  <a:cubicBezTo>
                    <a:pt x="1131088" y="1498355"/>
                    <a:pt x="1117646" y="1493553"/>
                    <a:pt x="1103870" y="1491048"/>
                  </a:cubicBezTo>
                  <a:cubicBezTo>
                    <a:pt x="1051604" y="1481545"/>
                    <a:pt x="1045835" y="1481734"/>
                    <a:pt x="988540" y="1474573"/>
                  </a:cubicBezTo>
                  <a:cubicBezTo>
                    <a:pt x="980302" y="1471827"/>
                    <a:pt x="972304" y="1468219"/>
                    <a:pt x="963827" y="1466335"/>
                  </a:cubicBezTo>
                  <a:cubicBezTo>
                    <a:pt x="927997" y="1458373"/>
                    <a:pt x="892865" y="1456428"/>
                    <a:pt x="856735" y="1449859"/>
                  </a:cubicBezTo>
                  <a:cubicBezTo>
                    <a:pt x="845596" y="1447834"/>
                    <a:pt x="834835" y="1444077"/>
                    <a:pt x="823783" y="1441621"/>
                  </a:cubicBezTo>
                  <a:cubicBezTo>
                    <a:pt x="810115" y="1438584"/>
                    <a:pt x="796405" y="1435685"/>
                    <a:pt x="782594" y="1433383"/>
                  </a:cubicBezTo>
                  <a:cubicBezTo>
                    <a:pt x="763441" y="1430191"/>
                    <a:pt x="744120" y="1428098"/>
                    <a:pt x="724929" y="1425146"/>
                  </a:cubicBezTo>
                  <a:cubicBezTo>
                    <a:pt x="621956" y="1409305"/>
                    <a:pt x="734103" y="1424233"/>
                    <a:pt x="609600" y="1408670"/>
                  </a:cubicBezTo>
                  <a:cubicBezTo>
                    <a:pt x="601362" y="1405924"/>
                    <a:pt x="593310" y="1402538"/>
                    <a:pt x="584886" y="1400432"/>
                  </a:cubicBezTo>
                  <a:cubicBezTo>
                    <a:pt x="524944" y="1385446"/>
                    <a:pt x="560340" y="1398638"/>
                    <a:pt x="494270" y="1383956"/>
                  </a:cubicBezTo>
                  <a:cubicBezTo>
                    <a:pt x="485793" y="1382072"/>
                    <a:pt x="477794" y="1378465"/>
                    <a:pt x="469556" y="1375719"/>
                  </a:cubicBezTo>
                  <a:cubicBezTo>
                    <a:pt x="442098" y="1334529"/>
                    <a:pt x="461319" y="1356497"/>
                    <a:pt x="403654" y="1318054"/>
                  </a:cubicBezTo>
                  <a:lnTo>
                    <a:pt x="378940" y="1301578"/>
                  </a:lnTo>
                  <a:cubicBezTo>
                    <a:pt x="331726" y="1230755"/>
                    <a:pt x="394594" y="1314101"/>
                    <a:pt x="337751" y="1268627"/>
                  </a:cubicBezTo>
                  <a:cubicBezTo>
                    <a:pt x="330020" y="1262442"/>
                    <a:pt x="328276" y="1250914"/>
                    <a:pt x="321275" y="1243913"/>
                  </a:cubicBezTo>
                  <a:cubicBezTo>
                    <a:pt x="314274" y="1236912"/>
                    <a:pt x="304800" y="1232929"/>
                    <a:pt x="296562" y="1227437"/>
                  </a:cubicBezTo>
                  <a:cubicBezTo>
                    <a:pt x="213282" y="1102515"/>
                    <a:pt x="303422" y="1230726"/>
                    <a:pt x="238897" y="1153297"/>
                  </a:cubicBezTo>
                  <a:cubicBezTo>
                    <a:pt x="232559" y="1145691"/>
                    <a:pt x="228759" y="1136189"/>
                    <a:pt x="222421" y="1128583"/>
                  </a:cubicBezTo>
                  <a:cubicBezTo>
                    <a:pt x="214963" y="1119633"/>
                    <a:pt x="205166" y="1112820"/>
                    <a:pt x="197708" y="1103870"/>
                  </a:cubicBezTo>
                  <a:cubicBezTo>
                    <a:pt x="168199" y="1068459"/>
                    <a:pt x="191569" y="1091594"/>
                    <a:pt x="172994" y="1054443"/>
                  </a:cubicBezTo>
                  <a:cubicBezTo>
                    <a:pt x="141056" y="990566"/>
                    <a:pt x="168987" y="1067132"/>
                    <a:pt x="148281" y="1005016"/>
                  </a:cubicBezTo>
                  <a:cubicBezTo>
                    <a:pt x="151027" y="922638"/>
                    <a:pt x="156519" y="840305"/>
                    <a:pt x="156519" y="757881"/>
                  </a:cubicBezTo>
                  <a:cubicBezTo>
                    <a:pt x="156519" y="719340"/>
                    <a:pt x="153998" y="680666"/>
                    <a:pt x="148281" y="642551"/>
                  </a:cubicBezTo>
                  <a:cubicBezTo>
                    <a:pt x="145705" y="625376"/>
                    <a:pt x="139572" y="608657"/>
                    <a:pt x="131805" y="593124"/>
                  </a:cubicBezTo>
                  <a:cubicBezTo>
                    <a:pt x="106474" y="542463"/>
                    <a:pt x="122140" y="570390"/>
                    <a:pt x="82378" y="510746"/>
                  </a:cubicBezTo>
                  <a:lnTo>
                    <a:pt x="65902" y="486032"/>
                  </a:lnTo>
                  <a:cubicBezTo>
                    <a:pt x="60410" y="477794"/>
                    <a:pt x="55367" y="469239"/>
                    <a:pt x="49427" y="461319"/>
                  </a:cubicBezTo>
                  <a:lnTo>
                    <a:pt x="24713" y="428367"/>
                  </a:lnTo>
                  <a:cubicBezTo>
                    <a:pt x="4658" y="368199"/>
                    <a:pt x="12450" y="395788"/>
                    <a:pt x="0" y="345989"/>
                  </a:cubicBezTo>
                  <a:cubicBezTo>
                    <a:pt x="2746" y="307546"/>
                    <a:pt x="3735" y="268936"/>
                    <a:pt x="8238" y="230659"/>
                  </a:cubicBezTo>
                  <a:cubicBezTo>
                    <a:pt x="9253" y="222035"/>
                    <a:pt x="12258" y="213536"/>
                    <a:pt x="16475" y="205946"/>
                  </a:cubicBezTo>
                  <a:lnTo>
                    <a:pt x="57665" y="13180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5593491" y="4014076"/>
              <a:ext cx="2973859" cy="1472324"/>
            </a:xfrm>
            <a:custGeom>
              <a:avLst/>
              <a:gdLst>
                <a:gd name="connsiteX0" fmla="*/ 98854 w 2949146"/>
                <a:gd name="connsiteY0" fmla="*/ 162507 h 1472324"/>
                <a:gd name="connsiteX1" fmla="*/ 98854 w 2949146"/>
                <a:gd name="connsiteY1" fmla="*/ 162507 h 1472324"/>
                <a:gd name="connsiteX2" fmla="*/ 90616 w 2949146"/>
                <a:gd name="connsiteY2" fmla="*/ 302551 h 1472324"/>
                <a:gd name="connsiteX3" fmla="*/ 74140 w 2949146"/>
                <a:gd name="connsiteY3" fmla="*/ 327264 h 1472324"/>
                <a:gd name="connsiteX4" fmla="*/ 24713 w 2949146"/>
                <a:gd name="connsiteY4" fmla="*/ 368453 h 1472324"/>
                <a:gd name="connsiteX5" fmla="*/ 0 w 2949146"/>
                <a:gd name="connsiteY5" fmla="*/ 393167 h 1472324"/>
                <a:gd name="connsiteX6" fmla="*/ 41189 w 2949146"/>
                <a:gd name="connsiteY6" fmla="*/ 426118 h 1472324"/>
                <a:gd name="connsiteX7" fmla="*/ 57665 w 2949146"/>
                <a:gd name="connsiteY7" fmla="*/ 450832 h 1472324"/>
                <a:gd name="connsiteX8" fmla="*/ 107092 w 2949146"/>
                <a:gd name="connsiteY8" fmla="*/ 500259 h 1472324"/>
                <a:gd name="connsiteX9" fmla="*/ 140043 w 2949146"/>
                <a:gd name="connsiteY9" fmla="*/ 549686 h 1472324"/>
                <a:gd name="connsiteX10" fmla="*/ 156519 w 2949146"/>
                <a:gd name="connsiteY10" fmla="*/ 574399 h 1472324"/>
                <a:gd name="connsiteX11" fmla="*/ 164756 w 2949146"/>
                <a:gd name="connsiteY11" fmla="*/ 599113 h 1472324"/>
                <a:gd name="connsiteX12" fmla="*/ 189470 w 2949146"/>
                <a:gd name="connsiteY12" fmla="*/ 623826 h 1472324"/>
                <a:gd name="connsiteX13" fmla="*/ 205946 w 2949146"/>
                <a:gd name="connsiteY13" fmla="*/ 648540 h 1472324"/>
                <a:gd name="connsiteX14" fmla="*/ 230659 w 2949146"/>
                <a:gd name="connsiteY14" fmla="*/ 673253 h 1472324"/>
                <a:gd name="connsiteX15" fmla="*/ 247135 w 2949146"/>
                <a:gd name="connsiteY15" fmla="*/ 697967 h 1472324"/>
                <a:gd name="connsiteX16" fmla="*/ 263611 w 2949146"/>
                <a:gd name="connsiteY16" fmla="*/ 747394 h 1472324"/>
                <a:gd name="connsiteX17" fmla="*/ 238897 w 2949146"/>
                <a:gd name="connsiteY17" fmla="*/ 1134572 h 1472324"/>
                <a:gd name="connsiteX18" fmla="*/ 222421 w 2949146"/>
                <a:gd name="connsiteY18" fmla="*/ 1183999 h 1472324"/>
                <a:gd name="connsiteX19" fmla="*/ 205946 w 2949146"/>
                <a:gd name="connsiteY19" fmla="*/ 1208713 h 1472324"/>
                <a:gd name="connsiteX20" fmla="*/ 197708 w 2949146"/>
                <a:gd name="connsiteY20" fmla="*/ 1258140 h 1472324"/>
                <a:gd name="connsiteX21" fmla="*/ 214184 w 2949146"/>
                <a:gd name="connsiteY21" fmla="*/ 1332280 h 1472324"/>
                <a:gd name="connsiteX22" fmla="*/ 238897 w 2949146"/>
                <a:gd name="connsiteY22" fmla="*/ 1356994 h 1472324"/>
                <a:gd name="connsiteX23" fmla="*/ 280086 w 2949146"/>
                <a:gd name="connsiteY23" fmla="*/ 1406421 h 1472324"/>
                <a:gd name="connsiteX24" fmla="*/ 288324 w 2949146"/>
                <a:gd name="connsiteY24" fmla="*/ 1431134 h 1472324"/>
                <a:gd name="connsiteX25" fmla="*/ 313038 w 2949146"/>
                <a:gd name="connsiteY25" fmla="*/ 1447610 h 1472324"/>
                <a:gd name="connsiteX26" fmla="*/ 395416 w 2949146"/>
                <a:gd name="connsiteY26" fmla="*/ 1472324 h 1472324"/>
                <a:gd name="connsiteX27" fmla="*/ 477794 w 2949146"/>
                <a:gd name="connsiteY27" fmla="*/ 1455848 h 1472324"/>
                <a:gd name="connsiteX28" fmla="*/ 535459 w 2949146"/>
                <a:gd name="connsiteY28" fmla="*/ 1439372 h 1472324"/>
                <a:gd name="connsiteX29" fmla="*/ 560173 w 2949146"/>
                <a:gd name="connsiteY29" fmla="*/ 1422897 h 1472324"/>
                <a:gd name="connsiteX30" fmla="*/ 576648 w 2949146"/>
                <a:gd name="connsiteY30" fmla="*/ 1398183 h 1472324"/>
                <a:gd name="connsiteX31" fmla="*/ 584886 w 2949146"/>
                <a:gd name="connsiteY31" fmla="*/ 1373470 h 1472324"/>
                <a:gd name="connsiteX32" fmla="*/ 617838 w 2949146"/>
                <a:gd name="connsiteY32" fmla="*/ 1324043 h 1472324"/>
                <a:gd name="connsiteX33" fmla="*/ 634313 w 2949146"/>
                <a:gd name="connsiteY33" fmla="*/ 1299329 h 1472324"/>
                <a:gd name="connsiteX34" fmla="*/ 650789 w 2949146"/>
                <a:gd name="connsiteY34" fmla="*/ 1274616 h 1472324"/>
                <a:gd name="connsiteX35" fmla="*/ 667265 w 2949146"/>
                <a:gd name="connsiteY35" fmla="*/ 1225189 h 1472324"/>
                <a:gd name="connsiteX36" fmla="*/ 650789 w 2949146"/>
                <a:gd name="connsiteY36" fmla="*/ 1093383 h 1472324"/>
                <a:gd name="connsiteX37" fmla="*/ 659027 w 2949146"/>
                <a:gd name="connsiteY37" fmla="*/ 1002767 h 1472324"/>
                <a:gd name="connsiteX38" fmla="*/ 667265 w 2949146"/>
                <a:gd name="connsiteY38" fmla="*/ 978053 h 1472324"/>
                <a:gd name="connsiteX39" fmla="*/ 691978 w 2949146"/>
                <a:gd name="connsiteY39" fmla="*/ 953340 h 1472324"/>
                <a:gd name="connsiteX40" fmla="*/ 716692 w 2949146"/>
                <a:gd name="connsiteY40" fmla="*/ 936864 h 1472324"/>
                <a:gd name="connsiteX41" fmla="*/ 939113 w 2949146"/>
                <a:gd name="connsiteY41" fmla="*/ 912151 h 1472324"/>
                <a:gd name="connsiteX42" fmla="*/ 980302 w 2949146"/>
                <a:gd name="connsiteY42" fmla="*/ 879199 h 1472324"/>
                <a:gd name="connsiteX43" fmla="*/ 1005016 w 2949146"/>
                <a:gd name="connsiteY43" fmla="*/ 870962 h 1472324"/>
                <a:gd name="connsiteX44" fmla="*/ 1029729 w 2949146"/>
                <a:gd name="connsiteY44" fmla="*/ 854486 h 1472324"/>
                <a:gd name="connsiteX45" fmla="*/ 1054443 w 2949146"/>
                <a:gd name="connsiteY45" fmla="*/ 846248 h 1472324"/>
                <a:gd name="connsiteX46" fmla="*/ 1219200 w 2949146"/>
                <a:gd name="connsiteY46" fmla="*/ 821534 h 1472324"/>
                <a:gd name="connsiteX47" fmla="*/ 1499286 w 2949146"/>
                <a:gd name="connsiteY47" fmla="*/ 813297 h 1472324"/>
                <a:gd name="connsiteX48" fmla="*/ 1664043 w 2949146"/>
                <a:gd name="connsiteY48" fmla="*/ 821534 h 1472324"/>
                <a:gd name="connsiteX49" fmla="*/ 1705232 w 2949146"/>
                <a:gd name="connsiteY49" fmla="*/ 829772 h 1472324"/>
                <a:gd name="connsiteX50" fmla="*/ 1754659 w 2949146"/>
                <a:gd name="connsiteY50" fmla="*/ 838010 h 1472324"/>
                <a:gd name="connsiteX51" fmla="*/ 1820562 w 2949146"/>
                <a:gd name="connsiteY51" fmla="*/ 854486 h 1472324"/>
                <a:gd name="connsiteX52" fmla="*/ 1878227 w 2949146"/>
                <a:gd name="connsiteY52" fmla="*/ 862724 h 1472324"/>
                <a:gd name="connsiteX53" fmla="*/ 1911178 w 2949146"/>
                <a:gd name="connsiteY53" fmla="*/ 870962 h 1472324"/>
                <a:gd name="connsiteX54" fmla="*/ 2034746 w 2949146"/>
                <a:gd name="connsiteY54" fmla="*/ 879199 h 1472324"/>
                <a:gd name="connsiteX55" fmla="*/ 2224216 w 2949146"/>
                <a:gd name="connsiteY55" fmla="*/ 895675 h 1472324"/>
                <a:gd name="connsiteX56" fmla="*/ 2372497 w 2949146"/>
                <a:gd name="connsiteY56" fmla="*/ 920389 h 1472324"/>
                <a:gd name="connsiteX57" fmla="*/ 2570205 w 2949146"/>
                <a:gd name="connsiteY57" fmla="*/ 945102 h 1472324"/>
                <a:gd name="connsiteX58" fmla="*/ 2660821 w 2949146"/>
                <a:gd name="connsiteY58" fmla="*/ 953340 h 1472324"/>
                <a:gd name="connsiteX59" fmla="*/ 2866767 w 2949146"/>
                <a:gd name="connsiteY59" fmla="*/ 928626 h 1472324"/>
                <a:gd name="connsiteX60" fmla="*/ 2891481 w 2949146"/>
                <a:gd name="connsiteY60" fmla="*/ 903913 h 1472324"/>
                <a:gd name="connsiteX61" fmla="*/ 2916194 w 2949146"/>
                <a:gd name="connsiteY61" fmla="*/ 854486 h 1472324"/>
                <a:gd name="connsiteX62" fmla="*/ 2924432 w 2949146"/>
                <a:gd name="connsiteY62" fmla="*/ 829772 h 1472324"/>
                <a:gd name="connsiteX63" fmla="*/ 2949146 w 2949146"/>
                <a:gd name="connsiteY63" fmla="*/ 772107 h 1472324"/>
                <a:gd name="connsiteX64" fmla="*/ 2940908 w 2949146"/>
                <a:gd name="connsiteY64" fmla="*/ 632064 h 1472324"/>
                <a:gd name="connsiteX65" fmla="*/ 2932670 w 2949146"/>
                <a:gd name="connsiteY65" fmla="*/ 599113 h 1472324"/>
                <a:gd name="connsiteX66" fmla="*/ 2907956 w 2949146"/>
                <a:gd name="connsiteY66" fmla="*/ 566162 h 1472324"/>
                <a:gd name="connsiteX67" fmla="*/ 2891481 w 2949146"/>
                <a:gd name="connsiteY67" fmla="*/ 541448 h 1472324"/>
                <a:gd name="connsiteX68" fmla="*/ 2883243 w 2949146"/>
                <a:gd name="connsiteY68" fmla="*/ 516734 h 1472324"/>
                <a:gd name="connsiteX69" fmla="*/ 2850292 w 2949146"/>
                <a:gd name="connsiteY69" fmla="*/ 467307 h 1472324"/>
                <a:gd name="connsiteX70" fmla="*/ 2833816 w 2949146"/>
                <a:gd name="connsiteY70" fmla="*/ 442594 h 1472324"/>
                <a:gd name="connsiteX71" fmla="*/ 2817340 w 2949146"/>
                <a:gd name="connsiteY71" fmla="*/ 417880 h 1472324"/>
                <a:gd name="connsiteX72" fmla="*/ 2743200 w 2949146"/>
                <a:gd name="connsiteY72" fmla="*/ 360216 h 1472324"/>
                <a:gd name="connsiteX73" fmla="*/ 2718486 w 2949146"/>
                <a:gd name="connsiteY73" fmla="*/ 351978 h 1472324"/>
                <a:gd name="connsiteX74" fmla="*/ 2652584 w 2949146"/>
                <a:gd name="connsiteY74" fmla="*/ 360216 h 1472324"/>
                <a:gd name="connsiteX75" fmla="*/ 2619632 w 2949146"/>
                <a:gd name="connsiteY75" fmla="*/ 368453 h 1472324"/>
                <a:gd name="connsiteX76" fmla="*/ 2430162 w 2949146"/>
                <a:gd name="connsiteY76" fmla="*/ 360216 h 1472324"/>
                <a:gd name="connsiteX77" fmla="*/ 2306594 w 2949146"/>
                <a:gd name="connsiteY77" fmla="*/ 368453 h 1472324"/>
                <a:gd name="connsiteX78" fmla="*/ 2257167 w 2949146"/>
                <a:gd name="connsiteY78" fmla="*/ 384929 h 1472324"/>
                <a:gd name="connsiteX79" fmla="*/ 2232454 w 2949146"/>
                <a:gd name="connsiteY79" fmla="*/ 393167 h 1472324"/>
                <a:gd name="connsiteX80" fmla="*/ 2207740 w 2949146"/>
                <a:gd name="connsiteY80" fmla="*/ 409643 h 1472324"/>
                <a:gd name="connsiteX81" fmla="*/ 2100648 w 2949146"/>
                <a:gd name="connsiteY81" fmla="*/ 426118 h 1472324"/>
                <a:gd name="connsiteX82" fmla="*/ 2067697 w 2949146"/>
                <a:gd name="connsiteY82" fmla="*/ 434356 h 1472324"/>
                <a:gd name="connsiteX83" fmla="*/ 2042984 w 2949146"/>
                <a:gd name="connsiteY83" fmla="*/ 442594 h 1472324"/>
                <a:gd name="connsiteX84" fmla="*/ 1886465 w 2949146"/>
                <a:gd name="connsiteY84" fmla="*/ 459070 h 1472324"/>
                <a:gd name="connsiteX85" fmla="*/ 1762897 w 2949146"/>
                <a:gd name="connsiteY85" fmla="*/ 450832 h 1472324"/>
                <a:gd name="connsiteX86" fmla="*/ 1738184 w 2949146"/>
                <a:gd name="connsiteY86" fmla="*/ 434356 h 1472324"/>
                <a:gd name="connsiteX87" fmla="*/ 1688756 w 2949146"/>
                <a:gd name="connsiteY87" fmla="*/ 393167 h 1472324"/>
                <a:gd name="connsiteX88" fmla="*/ 1655805 w 2949146"/>
                <a:gd name="connsiteY88" fmla="*/ 343740 h 1472324"/>
                <a:gd name="connsiteX89" fmla="*/ 1606378 w 2949146"/>
                <a:gd name="connsiteY89" fmla="*/ 286075 h 1472324"/>
                <a:gd name="connsiteX90" fmla="*/ 1581665 w 2949146"/>
                <a:gd name="connsiteY90" fmla="*/ 269599 h 1472324"/>
                <a:gd name="connsiteX91" fmla="*/ 1548713 w 2949146"/>
                <a:gd name="connsiteY91" fmla="*/ 244886 h 1472324"/>
                <a:gd name="connsiteX92" fmla="*/ 1466335 w 2949146"/>
                <a:gd name="connsiteY92" fmla="*/ 203697 h 1472324"/>
                <a:gd name="connsiteX93" fmla="*/ 1334529 w 2949146"/>
                <a:gd name="connsiteY93" fmla="*/ 146032 h 1472324"/>
                <a:gd name="connsiteX94" fmla="*/ 1293340 w 2949146"/>
                <a:gd name="connsiteY94" fmla="*/ 129556 h 1472324"/>
                <a:gd name="connsiteX95" fmla="*/ 1186248 w 2949146"/>
                <a:gd name="connsiteY95" fmla="*/ 104843 h 1472324"/>
                <a:gd name="connsiteX96" fmla="*/ 1087394 w 2949146"/>
                <a:gd name="connsiteY96" fmla="*/ 80129 h 1472324"/>
                <a:gd name="connsiteX97" fmla="*/ 1037967 w 2949146"/>
                <a:gd name="connsiteY97" fmla="*/ 63653 h 1472324"/>
                <a:gd name="connsiteX98" fmla="*/ 873211 w 2949146"/>
                <a:gd name="connsiteY98" fmla="*/ 38940 h 1472324"/>
                <a:gd name="connsiteX99" fmla="*/ 840259 w 2949146"/>
                <a:gd name="connsiteY99" fmla="*/ 30702 h 1472324"/>
                <a:gd name="connsiteX100" fmla="*/ 766119 w 2949146"/>
                <a:gd name="connsiteY100" fmla="*/ 22464 h 1472324"/>
                <a:gd name="connsiteX101" fmla="*/ 345989 w 2949146"/>
                <a:gd name="connsiteY101" fmla="*/ 22464 h 1472324"/>
                <a:gd name="connsiteX102" fmla="*/ 247135 w 2949146"/>
                <a:gd name="connsiteY102" fmla="*/ 71891 h 1472324"/>
                <a:gd name="connsiteX103" fmla="*/ 172994 w 2949146"/>
                <a:gd name="connsiteY103" fmla="*/ 121318 h 1472324"/>
                <a:gd name="connsiteX104" fmla="*/ 148281 w 2949146"/>
                <a:gd name="connsiteY104" fmla="*/ 137794 h 1472324"/>
                <a:gd name="connsiteX105" fmla="*/ 98854 w 2949146"/>
                <a:gd name="connsiteY105" fmla="*/ 162507 h 147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49146" h="1472324">
                  <a:moveTo>
                    <a:pt x="98854" y="162507"/>
                  </a:moveTo>
                  <a:lnTo>
                    <a:pt x="98854" y="162507"/>
                  </a:lnTo>
                  <a:cubicBezTo>
                    <a:pt x="96108" y="209188"/>
                    <a:pt x="97553" y="256306"/>
                    <a:pt x="90616" y="302551"/>
                  </a:cubicBezTo>
                  <a:cubicBezTo>
                    <a:pt x="89147" y="312342"/>
                    <a:pt x="80478" y="319658"/>
                    <a:pt x="74140" y="327264"/>
                  </a:cubicBezTo>
                  <a:cubicBezTo>
                    <a:pt x="41314" y="366655"/>
                    <a:pt x="60066" y="338993"/>
                    <a:pt x="24713" y="368453"/>
                  </a:cubicBezTo>
                  <a:cubicBezTo>
                    <a:pt x="15763" y="375911"/>
                    <a:pt x="8238" y="384929"/>
                    <a:pt x="0" y="393167"/>
                  </a:cubicBezTo>
                  <a:cubicBezTo>
                    <a:pt x="47214" y="463990"/>
                    <a:pt x="-15654" y="380644"/>
                    <a:pt x="41189" y="426118"/>
                  </a:cubicBezTo>
                  <a:cubicBezTo>
                    <a:pt x="48920" y="432303"/>
                    <a:pt x="51087" y="443432"/>
                    <a:pt x="57665" y="450832"/>
                  </a:cubicBezTo>
                  <a:cubicBezTo>
                    <a:pt x="73145" y="468247"/>
                    <a:pt x="94168" y="480872"/>
                    <a:pt x="107092" y="500259"/>
                  </a:cubicBezTo>
                  <a:lnTo>
                    <a:pt x="140043" y="549686"/>
                  </a:lnTo>
                  <a:lnTo>
                    <a:pt x="156519" y="574399"/>
                  </a:lnTo>
                  <a:cubicBezTo>
                    <a:pt x="159265" y="582637"/>
                    <a:pt x="159939" y="591888"/>
                    <a:pt x="164756" y="599113"/>
                  </a:cubicBezTo>
                  <a:cubicBezTo>
                    <a:pt x="171218" y="608806"/>
                    <a:pt x="182012" y="614876"/>
                    <a:pt x="189470" y="623826"/>
                  </a:cubicBezTo>
                  <a:cubicBezTo>
                    <a:pt x="195808" y="631432"/>
                    <a:pt x="199608" y="640934"/>
                    <a:pt x="205946" y="648540"/>
                  </a:cubicBezTo>
                  <a:cubicBezTo>
                    <a:pt x="213404" y="657490"/>
                    <a:pt x="223201" y="664303"/>
                    <a:pt x="230659" y="673253"/>
                  </a:cubicBezTo>
                  <a:cubicBezTo>
                    <a:pt x="236997" y="680859"/>
                    <a:pt x="243114" y="688920"/>
                    <a:pt x="247135" y="697967"/>
                  </a:cubicBezTo>
                  <a:cubicBezTo>
                    <a:pt x="254188" y="713837"/>
                    <a:pt x="263611" y="747394"/>
                    <a:pt x="263611" y="747394"/>
                  </a:cubicBezTo>
                  <a:cubicBezTo>
                    <a:pt x="254949" y="1102514"/>
                    <a:pt x="290986" y="978306"/>
                    <a:pt x="238897" y="1134572"/>
                  </a:cubicBezTo>
                  <a:cubicBezTo>
                    <a:pt x="238897" y="1134573"/>
                    <a:pt x="222422" y="1183998"/>
                    <a:pt x="222421" y="1183999"/>
                  </a:cubicBezTo>
                  <a:lnTo>
                    <a:pt x="205946" y="1208713"/>
                  </a:lnTo>
                  <a:cubicBezTo>
                    <a:pt x="203200" y="1225189"/>
                    <a:pt x="197708" y="1241437"/>
                    <a:pt x="197708" y="1258140"/>
                  </a:cubicBezTo>
                  <a:cubicBezTo>
                    <a:pt x="197708" y="1262627"/>
                    <a:pt x="205689" y="1319537"/>
                    <a:pt x="214184" y="1332280"/>
                  </a:cubicBezTo>
                  <a:cubicBezTo>
                    <a:pt x="220646" y="1341973"/>
                    <a:pt x="231439" y="1348044"/>
                    <a:pt x="238897" y="1356994"/>
                  </a:cubicBezTo>
                  <a:cubicBezTo>
                    <a:pt x="296242" y="1425808"/>
                    <a:pt x="207886" y="1334218"/>
                    <a:pt x="280086" y="1406421"/>
                  </a:cubicBezTo>
                  <a:cubicBezTo>
                    <a:pt x="282832" y="1414659"/>
                    <a:pt x="282900" y="1424354"/>
                    <a:pt x="288324" y="1431134"/>
                  </a:cubicBezTo>
                  <a:cubicBezTo>
                    <a:pt x="294509" y="1438865"/>
                    <a:pt x="303991" y="1443589"/>
                    <a:pt x="313038" y="1447610"/>
                  </a:cubicBezTo>
                  <a:cubicBezTo>
                    <a:pt x="338824" y="1459071"/>
                    <a:pt x="368030" y="1465477"/>
                    <a:pt x="395416" y="1472324"/>
                  </a:cubicBezTo>
                  <a:cubicBezTo>
                    <a:pt x="493833" y="1458264"/>
                    <a:pt x="420281" y="1472281"/>
                    <a:pt x="477794" y="1455848"/>
                  </a:cubicBezTo>
                  <a:cubicBezTo>
                    <a:pt x="490115" y="1452328"/>
                    <a:pt x="522288" y="1445957"/>
                    <a:pt x="535459" y="1439372"/>
                  </a:cubicBezTo>
                  <a:cubicBezTo>
                    <a:pt x="544314" y="1434944"/>
                    <a:pt x="551935" y="1428389"/>
                    <a:pt x="560173" y="1422897"/>
                  </a:cubicBezTo>
                  <a:cubicBezTo>
                    <a:pt x="565665" y="1414659"/>
                    <a:pt x="572220" y="1407038"/>
                    <a:pt x="576648" y="1398183"/>
                  </a:cubicBezTo>
                  <a:cubicBezTo>
                    <a:pt x="580531" y="1390416"/>
                    <a:pt x="580669" y="1381061"/>
                    <a:pt x="584886" y="1373470"/>
                  </a:cubicBezTo>
                  <a:cubicBezTo>
                    <a:pt x="594503" y="1356161"/>
                    <a:pt x="606854" y="1340519"/>
                    <a:pt x="617838" y="1324043"/>
                  </a:cubicBezTo>
                  <a:lnTo>
                    <a:pt x="634313" y="1299329"/>
                  </a:lnTo>
                  <a:lnTo>
                    <a:pt x="650789" y="1274616"/>
                  </a:lnTo>
                  <a:cubicBezTo>
                    <a:pt x="656281" y="1258140"/>
                    <a:pt x="668597" y="1242505"/>
                    <a:pt x="667265" y="1225189"/>
                  </a:cubicBezTo>
                  <a:cubicBezTo>
                    <a:pt x="658361" y="1109439"/>
                    <a:pt x="670349" y="1152063"/>
                    <a:pt x="650789" y="1093383"/>
                  </a:cubicBezTo>
                  <a:cubicBezTo>
                    <a:pt x="653535" y="1063178"/>
                    <a:pt x="654738" y="1032792"/>
                    <a:pt x="659027" y="1002767"/>
                  </a:cubicBezTo>
                  <a:cubicBezTo>
                    <a:pt x="660255" y="994171"/>
                    <a:pt x="662448" y="985278"/>
                    <a:pt x="667265" y="978053"/>
                  </a:cubicBezTo>
                  <a:cubicBezTo>
                    <a:pt x="673727" y="968360"/>
                    <a:pt x="683028" y="960798"/>
                    <a:pt x="691978" y="953340"/>
                  </a:cubicBezTo>
                  <a:cubicBezTo>
                    <a:pt x="699584" y="947002"/>
                    <a:pt x="707644" y="940885"/>
                    <a:pt x="716692" y="936864"/>
                  </a:cubicBezTo>
                  <a:cubicBezTo>
                    <a:pt x="791710" y="903523"/>
                    <a:pt x="845760" y="916596"/>
                    <a:pt x="939113" y="912151"/>
                  </a:cubicBezTo>
                  <a:cubicBezTo>
                    <a:pt x="1001235" y="891444"/>
                    <a:pt x="927068" y="921786"/>
                    <a:pt x="980302" y="879199"/>
                  </a:cubicBezTo>
                  <a:cubicBezTo>
                    <a:pt x="987083" y="873774"/>
                    <a:pt x="996778" y="873708"/>
                    <a:pt x="1005016" y="870962"/>
                  </a:cubicBezTo>
                  <a:cubicBezTo>
                    <a:pt x="1013254" y="865470"/>
                    <a:pt x="1020874" y="858914"/>
                    <a:pt x="1029729" y="854486"/>
                  </a:cubicBezTo>
                  <a:cubicBezTo>
                    <a:pt x="1037496" y="850603"/>
                    <a:pt x="1046065" y="848533"/>
                    <a:pt x="1054443" y="846248"/>
                  </a:cubicBezTo>
                  <a:cubicBezTo>
                    <a:pt x="1128255" y="826117"/>
                    <a:pt x="1133074" y="825278"/>
                    <a:pt x="1219200" y="821534"/>
                  </a:cubicBezTo>
                  <a:cubicBezTo>
                    <a:pt x="1312514" y="817477"/>
                    <a:pt x="1405924" y="816043"/>
                    <a:pt x="1499286" y="813297"/>
                  </a:cubicBezTo>
                  <a:cubicBezTo>
                    <a:pt x="1554205" y="816043"/>
                    <a:pt x="1609231" y="817149"/>
                    <a:pt x="1664043" y="821534"/>
                  </a:cubicBezTo>
                  <a:cubicBezTo>
                    <a:pt x="1678000" y="822651"/>
                    <a:pt x="1691456" y="827267"/>
                    <a:pt x="1705232" y="829772"/>
                  </a:cubicBezTo>
                  <a:cubicBezTo>
                    <a:pt x="1721666" y="832760"/>
                    <a:pt x="1738354" y="834387"/>
                    <a:pt x="1754659" y="838010"/>
                  </a:cubicBezTo>
                  <a:cubicBezTo>
                    <a:pt x="1850152" y="859231"/>
                    <a:pt x="1678150" y="830750"/>
                    <a:pt x="1820562" y="854486"/>
                  </a:cubicBezTo>
                  <a:cubicBezTo>
                    <a:pt x="1839715" y="857678"/>
                    <a:pt x="1859123" y="859251"/>
                    <a:pt x="1878227" y="862724"/>
                  </a:cubicBezTo>
                  <a:cubicBezTo>
                    <a:pt x="1889366" y="864749"/>
                    <a:pt x="1899918" y="869777"/>
                    <a:pt x="1911178" y="870962"/>
                  </a:cubicBezTo>
                  <a:cubicBezTo>
                    <a:pt x="1952232" y="875283"/>
                    <a:pt x="1993593" y="875950"/>
                    <a:pt x="2034746" y="879199"/>
                  </a:cubicBezTo>
                  <a:lnTo>
                    <a:pt x="2224216" y="895675"/>
                  </a:lnTo>
                  <a:cubicBezTo>
                    <a:pt x="2316891" y="918844"/>
                    <a:pt x="2267588" y="909898"/>
                    <a:pt x="2372497" y="920389"/>
                  </a:cubicBezTo>
                  <a:cubicBezTo>
                    <a:pt x="2458233" y="941821"/>
                    <a:pt x="2397889" y="928426"/>
                    <a:pt x="2570205" y="945102"/>
                  </a:cubicBezTo>
                  <a:lnTo>
                    <a:pt x="2660821" y="953340"/>
                  </a:lnTo>
                  <a:cubicBezTo>
                    <a:pt x="2755017" y="949058"/>
                    <a:pt x="2807607" y="977926"/>
                    <a:pt x="2866767" y="928626"/>
                  </a:cubicBezTo>
                  <a:cubicBezTo>
                    <a:pt x="2875717" y="921168"/>
                    <a:pt x="2883243" y="912151"/>
                    <a:pt x="2891481" y="903913"/>
                  </a:cubicBezTo>
                  <a:cubicBezTo>
                    <a:pt x="2912188" y="841793"/>
                    <a:pt x="2884256" y="918364"/>
                    <a:pt x="2916194" y="854486"/>
                  </a:cubicBezTo>
                  <a:cubicBezTo>
                    <a:pt x="2920077" y="846719"/>
                    <a:pt x="2921011" y="837753"/>
                    <a:pt x="2924432" y="829772"/>
                  </a:cubicBezTo>
                  <a:cubicBezTo>
                    <a:pt x="2954971" y="758515"/>
                    <a:pt x="2929826" y="830066"/>
                    <a:pt x="2949146" y="772107"/>
                  </a:cubicBezTo>
                  <a:cubicBezTo>
                    <a:pt x="2946400" y="725426"/>
                    <a:pt x="2945342" y="678615"/>
                    <a:pt x="2940908" y="632064"/>
                  </a:cubicBezTo>
                  <a:cubicBezTo>
                    <a:pt x="2939835" y="620793"/>
                    <a:pt x="2937733" y="609239"/>
                    <a:pt x="2932670" y="599113"/>
                  </a:cubicBezTo>
                  <a:cubicBezTo>
                    <a:pt x="2926530" y="586833"/>
                    <a:pt x="2915936" y="577334"/>
                    <a:pt x="2907956" y="566162"/>
                  </a:cubicBezTo>
                  <a:cubicBezTo>
                    <a:pt x="2902201" y="558105"/>
                    <a:pt x="2895909" y="550303"/>
                    <a:pt x="2891481" y="541448"/>
                  </a:cubicBezTo>
                  <a:cubicBezTo>
                    <a:pt x="2887598" y="533681"/>
                    <a:pt x="2887460" y="524325"/>
                    <a:pt x="2883243" y="516734"/>
                  </a:cubicBezTo>
                  <a:cubicBezTo>
                    <a:pt x="2873627" y="499425"/>
                    <a:pt x="2861276" y="483783"/>
                    <a:pt x="2850292" y="467307"/>
                  </a:cubicBezTo>
                  <a:lnTo>
                    <a:pt x="2833816" y="442594"/>
                  </a:lnTo>
                  <a:cubicBezTo>
                    <a:pt x="2828324" y="434356"/>
                    <a:pt x="2824341" y="424881"/>
                    <a:pt x="2817340" y="417880"/>
                  </a:cubicBezTo>
                  <a:cubicBezTo>
                    <a:pt x="2796016" y="396556"/>
                    <a:pt x="2772761" y="370070"/>
                    <a:pt x="2743200" y="360216"/>
                  </a:cubicBezTo>
                  <a:lnTo>
                    <a:pt x="2718486" y="351978"/>
                  </a:lnTo>
                  <a:cubicBezTo>
                    <a:pt x="2696519" y="354724"/>
                    <a:pt x="2674421" y="356577"/>
                    <a:pt x="2652584" y="360216"/>
                  </a:cubicBezTo>
                  <a:cubicBezTo>
                    <a:pt x="2641416" y="362077"/>
                    <a:pt x="2630954" y="368453"/>
                    <a:pt x="2619632" y="368453"/>
                  </a:cubicBezTo>
                  <a:cubicBezTo>
                    <a:pt x="2556416" y="368453"/>
                    <a:pt x="2493319" y="362962"/>
                    <a:pt x="2430162" y="360216"/>
                  </a:cubicBezTo>
                  <a:cubicBezTo>
                    <a:pt x="2388973" y="362962"/>
                    <a:pt x="2347460" y="362615"/>
                    <a:pt x="2306594" y="368453"/>
                  </a:cubicBezTo>
                  <a:cubicBezTo>
                    <a:pt x="2289402" y="370909"/>
                    <a:pt x="2273643" y="379437"/>
                    <a:pt x="2257167" y="384929"/>
                  </a:cubicBezTo>
                  <a:cubicBezTo>
                    <a:pt x="2248929" y="387675"/>
                    <a:pt x="2239679" y="388350"/>
                    <a:pt x="2232454" y="393167"/>
                  </a:cubicBezTo>
                  <a:cubicBezTo>
                    <a:pt x="2224216" y="398659"/>
                    <a:pt x="2216840" y="405743"/>
                    <a:pt x="2207740" y="409643"/>
                  </a:cubicBezTo>
                  <a:cubicBezTo>
                    <a:pt x="2182773" y="420343"/>
                    <a:pt x="2115523" y="424465"/>
                    <a:pt x="2100648" y="426118"/>
                  </a:cubicBezTo>
                  <a:cubicBezTo>
                    <a:pt x="2089664" y="428864"/>
                    <a:pt x="2078583" y="431246"/>
                    <a:pt x="2067697" y="434356"/>
                  </a:cubicBezTo>
                  <a:cubicBezTo>
                    <a:pt x="2059348" y="436742"/>
                    <a:pt x="2051527" y="441041"/>
                    <a:pt x="2042984" y="442594"/>
                  </a:cubicBezTo>
                  <a:cubicBezTo>
                    <a:pt x="2006985" y="449139"/>
                    <a:pt x="1916929" y="456301"/>
                    <a:pt x="1886465" y="459070"/>
                  </a:cubicBezTo>
                  <a:cubicBezTo>
                    <a:pt x="1845276" y="456324"/>
                    <a:pt x="1803616" y="457619"/>
                    <a:pt x="1762897" y="450832"/>
                  </a:cubicBezTo>
                  <a:cubicBezTo>
                    <a:pt x="1753131" y="449204"/>
                    <a:pt x="1745790" y="440694"/>
                    <a:pt x="1738184" y="434356"/>
                  </a:cubicBezTo>
                  <a:cubicBezTo>
                    <a:pt x="1674760" y="381503"/>
                    <a:pt x="1750111" y="434070"/>
                    <a:pt x="1688756" y="393167"/>
                  </a:cubicBezTo>
                  <a:cubicBezTo>
                    <a:pt x="1677772" y="376691"/>
                    <a:pt x="1667686" y="359581"/>
                    <a:pt x="1655805" y="343740"/>
                  </a:cubicBezTo>
                  <a:cubicBezTo>
                    <a:pt x="1637622" y="319496"/>
                    <a:pt x="1629327" y="305200"/>
                    <a:pt x="1606378" y="286075"/>
                  </a:cubicBezTo>
                  <a:cubicBezTo>
                    <a:pt x="1598772" y="279737"/>
                    <a:pt x="1589721" y="275354"/>
                    <a:pt x="1581665" y="269599"/>
                  </a:cubicBezTo>
                  <a:cubicBezTo>
                    <a:pt x="1570493" y="261619"/>
                    <a:pt x="1559961" y="252759"/>
                    <a:pt x="1548713" y="244886"/>
                  </a:cubicBezTo>
                  <a:cubicBezTo>
                    <a:pt x="1494223" y="206743"/>
                    <a:pt x="1516005" y="216113"/>
                    <a:pt x="1466335" y="203697"/>
                  </a:cubicBezTo>
                  <a:cubicBezTo>
                    <a:pt x="1390452" y="165755"/>
                    <a:pt x="1434017" y="185827"/>
                    <a:pt x="1334529" y="146032"/>
                  </a:cubicBezTo>
                  <a:cubicBezTo>
                    <a:pt x="1320799" y="140540"/>
                    <a:pt x="1307926" y="131987"/>
                    <a:pt x="1293340" y="129556"/>
                  </a:cubicBezTo>
                  <a:cubicBezTo>
                    <a:pt x="1233799" y="119632"/>
                    <a:pt x="1248478" y="123991"/>
                    <a:pt x="1186248" y="104843"/>
                  </a:cubicBezTo>
                  <a:cubicBezTo>
                    <a:pt x="991972" y="45066"/>
                    <a:pt x="1278023" y="127787"/>
                    <a:pt x="1087394" y="80129"/>
                  </a:cubicBezTo>
                  <a:cubicBezTo>
                    <a:pt x="1070546" y="75917"/>
                    <a:pt x="1054920" y="67420"/>
                    <a:pt x="1037967" y="63653"/>
                  </a:cubicBezTo>
                  <a:cubicBezTo>
                    <a:pt x="925882" y="38745"/>
                    <a:pt x="966557" y="54498"/>
                    <a:pt x="873211" y="38940"/>
                  </a:cubicBezTo>
                  <a:cubicBezTo>
                    <a:pt x="862043" y="37079"/>
                    <a:pt x="851449" y="32424"/>
                    <a:pt x="840259" y="30702"/>
                  </a:cubicBezTo>
                  <a:cubicBezTo>
                    <a:pt x="815683" y="26921"/>
                    <a:pt x="790832" y="25210"/>
                    <a:pt x="766119" y="22464"/>
                  </a:cubicBezTo>
                  <a:cubicBezTo>
                    <a:pt x="611960" y="-16076"/>
                    <a:pt x="698570" y="2506"/>
                    <a:pt x="345989" y="22464"/>
                  </a:cubicBezTo>
                  <a:cubicBezTo>
                    <a:pt x="308720" y="24574"/>
                    <a:pt x="275732" y="52826"/>
                    <a:pt x="247135" y="71891"/>
                  </a:cubicBezTo>
                  <a:lnTo>
                    <a:pt x="172994" y="121318"/>
                  </a:lnTo>
                  <a:lnTo>
                    <a:pt x="148281" y="137794"/>
                  </a:lnTo>
                  <a:cubicBezTo>
                    <a:pt x="121283" y="155793"/>
                    <a:pt x="107092" y="158388"/>
                    <a:pt x="98854" y="16250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4833845" y="435644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040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contradiction: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Definitely,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57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790950" y="3851577"/>
            <a:ext cx="4776400" cy="2219325"/>
            <a:chOff x="3790950" y="3851577"/>
            <a:chExt cx="4776400" cy="2219325"/>
          </a:xfrm>
        </p:grpSpPr>
        <p:grpSp>
          <p:nvGrpSpPr>
            <p:cNvPr id="10" name="Group 9"/>
            <p:cNvGrpSpPr/>
            <p:nvPr/>
          </p:nvGrpSpPr>
          <p:grpSpPr>
            <a:xfrm>
              <a:off x="3790950" y="3851577"/>
              <a:ext cx="4610100" cy="2219325"/>
              <a:chOff x="3790950" y="3851577"/>
              <a:chExt cx="4610100" cy="221932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0950" y="3851577"/>
                <a:ext cx="4610100" cy="2219325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7458669" y="4985306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339223" y="3902030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Freeform 10"/>
            <p:cNvSpPr/>
            <p:nvPr/>
          </p:nvSpPr>
          <p:spPr>
            <a:xfrm>
              <a:off x="4003589" y="4234249"/>
              <a:ext cx="1780458" cy="1507524"/>
            </a:xfrm>
            <a:custGeom>
              <a:avLst/>
              <a:gdLst>
                <a:gd name="connsiteX0" fmla="*/ 57665 w 1780458"/>
                <a:gd name="connsiteY0" fmla="*/ 131805 h 1507524"/>
                <a:gd name="connsiteX1" fmla="*/ 57665 w 1780458"/>
                <a:gd name="connsiteY1" fmla="*/ 131805 h 1507524"/>
                <a:gd name="connsiteX2" fmla="*/ 140043 w 1780458"/>
                <a:gd name="connsiteY2" fmla="*/ 214183 h 1507524"/>
                <a:gd name="connsiteX3" fmla="*/ 189470 w 1780458"/>
                <a:gd name="connsiteY3" fmla="*/ 247135 h 1507524"/>
                <a:gd name="connsiteX4" fmla="*/ 247135 w 1780458"/>
                <a:gd name="connsiteY4" fmla="*/ 280086 h 1507524"/>
                <a:gd name="connsiteX5" fmla="*/ 337751 w 1780458"/>
                <a:gd name="connsiteY5" fmla="*/ 304800 h 1507524"/>
                <a:gd name="connsiteX6" fmla="*/ 370702 w 1780458"/>
                <a:gd name="connsiteY6" fmla="*/ 296562 h 1507524"/>
                <a:gd name="connsiteX7" fmla="*/ 420129 w 1780458"/>
                <a:gd name="connsiteY7" fmla="*/ 247135 h 1507524"/>
                <a:gd name="connsiteX8" fmla="*/ 453081 w 1780458"/>
                <a:gd name="connsiteY8" fmla="*/ 222421 h 1507524"/>
                <a:gd name="connsiteX9" fmla="*/ 494270 w 1780458"/>
                <a:gd name="connsiteY9" fmla="*/ 164756 h 1507524"/>
                <a:gd name="connsiteX10" fmla="*/ 510746 w 1780458"/>
                <a:gd name="connsiteY10" fmla="*/ 140043 h 1507524"/>
                <a:gd name="connsiteX11" fmla="*/ 535459 w 1780458"/>
                <a:gd name="connsiteY11" fmla="*/ 123567 h 1507524"/>
                <a:gd name="connsiteX12" fmla="*/ 576648 w 1780458"/>
                <a:gd name="connsiteY12" fmla="*/ 65902 h 1507524"/>
                <a:gd name="connsiteX13" fmla="*/ 593124 w 1780458"/>
                <a:gd name="connsiteY13" fmla="*/ 41189 h 1507524"/>
                <a:gd name="connsiteX14" fmla="*/ 667265 w 1780458"/>
                <a:gd name="connsiteY14" fmla="*/ 0 h 1507524"/>
                <a:gd name="connsiteX15" fmla="*/ 897924 w 1780458"/>
                <a:gd name="connsiteY15" fmla="*/ 8237 h 1507524"/>
                <a:gd name="connsiteX16" fmla="*/ 939113 w 1780458"/>
                <a:gd name="connsiteY16" fmla="*/ 16475 h 1507524"/>
                <a:gd name="connsiteX17" fmla="*/ 988540 w 1780458"/>
                <a:gd name="connsiteY17" fmla="*/ 24713 h 1507524"/>
                <a:gd name="connsiteX18" fmla="*/ 1021492 w 1780458"/>
                <a:gd name="connsiteY18" fmla="*/ 32951 h 1507524"/>
                <a:gd name="connsiteX19" fmla="*/ 1128583 w 1780458"/>
                <a:gd name="connsiteY19" fmla="*/ 49427 h 1507524"/>
                <a:gd name="connsiteX20" fmla="*/ 1532238 w 1780458"/>
                <a:gd name="connsiteY20" fmla="*/ 57665 h 1507524"/>
                <a:gd name="connsiteX21" fmla="*/ 1548713 w 1780458"/>
                <a:gd name="connsiteY21" fmla="*/ 82378 h 1507524"/>
                <a:gd name="connsiteX22" fmla="*/ 1548713 w 1780458"/>
                <a:gd name="connsiteY22" fmla="*/ 164756 h 1507524"/>
                <a:gd name="connsiteX23" fmla="*/ 1532238 w 1780458"/>
                <a:gd name="connsiteY23" fmla="*/ 189470 h 1507524"/>
                <a:gd name="connsiteX24" fmla="*/ 1548713 w 1780458"/>
                <a:gd name="connsiteY24" fmla="*/ 304800 h 1507524"/>
                <a:gd name="connsiteX25" fmla="*/ 1573427 w 1780458"/>
                <a:gd name="connsiteY25" fmla="*/ 411892 h 1507524"/>
                <a:gd name="connsiteX26" fmla="*/ 1581665 w 1780458"/>
                <a:gd name="connsiteY26" fmla="*/ 436605 h 1507524"/>
                <a:gd name="connsiteX27" fmla="*/ 1606378 w 1780458"/>
                <a:gd name="connsiteY27" fmla="*/ 453081 h 1507524"/>
                <a:gd name="connsiteX28" fmla="*/ 1631092 w 1780458"/>
                <a:gd name="connsiteY28" fmla="*/ 502508 h 1507524"/>
                <a:gd name="connsiteX29" fmla="*/ 1688756 w 1780458"/>
                <a:gd name="connsiteY29" fmla="*/ 535459 h 1507524"/>
                <a:gd name="connsiteX30" fmla="*/ 1738183 w 1780458"/>
                <a:gd name="connsiteY30" fmla="*/ 551935 h 1507524"/>
                <a:gd name="connsiteX31" fmla="*/ 1762897 w 1780458"/>
                <a:gd name="connsiteY31" fmla="*/ 568410 h 1507524"/>
                <a:gd name="connsiteX32" fmla="*/ 1771135 w 1780458"/>
                <a:gd name="connsiteY32" fmla="*/ 675502 h 1507524"/>
                <a:gd name="connsiteX33" fmla="*/ 1754659 w 1780458"/>
                <a:gd name="connsiteY33" fmla="*/ 700216 h 1507524"/>
                <a:gd name="connsiteX34" fmla="*/ 1729946 w 1780458"/>
                <a:gd name="connsiteY34" fmla="*/ 716692 h 1507524"/>
                <a:gd name="connsiteX35" fmla="*/ 1713470 w 1780458"/>
                <a:gd name="connsiteY35" fmla="*/ 741405 h 1507524"/>
                <a:gd name="connsiteX36" fmla="*/ 1688756 w 1780458"/>
                <a:gd name="connsiteY36" fmla="*/ 749643 h 1507524"/>
                <a:gd name="connsiteX37" fmla="*/ 1647567 w 1780458"/>
                <a:gd name="connsiteY37" fmla="*/ 823783 h 1507524"/>
                <a:gd name="connsiteX38" fmla="*/ 1655805 w 1780458"/>
                <a:gd name="connsiteY38" fmla="*/ 930875 h 1507524"/>
                <a:gd name="connsiteX39" fmla="*/ 1680519 w 1780458"/>
                <a:gd name="connsiteY39" fmla="*/ 955589 h 1507524"/>
                <a:gd name="connsiteX40" fmla="*/ 1696994 w 1780458"/>
                <a:gd name="connsiteY40" fmla="*/ 980302 h 1507524"/>
                <a:gd name="connsiteX41" fmla="*/ 1713470 w 1780458"/>
                <a:gd name="connsiteY41" fmla="*/ 1062681 h 1507524"/>
                <a:gd name="connsiteX42" fmla="*/ 1721708 w 1780458"/>
                <a:gd name="connsiteY42" fmla="*/ 1087394 h 1507524"/>
                <a:gd name="connsiteX43" fmla="*/ 1746421 w 1780458"/>
                <a:gd name="connsiteY43" fmla="*/ 1136821 h 1507524"/>
                <a:gd name="connsiteX44" fmla="*/ 1738183 w 1780458"/>
                <a:gd name="connsiteY44" fmla="*/ 1210962 h 1507524"/>
                <a:gd name="connsiteX45" fmla="*/ 1696994 w 1780458"/>
                <a:gd name="connsiteY45" fmla="*/ 1252151 h 1507524"/>
                <a:gd name="connsiteX46" fmla="*/ 1647567 w 1780458"/>
                <a:gd name="connsiteY46" fmla="*/ 1293340 h 1507524"/>
                <a:gd name="connsiteX47" fmla="*/ 1606378 w 1780458"/>
                <a:gd name="connsiteY47" fmla="*/ 1326292 h 1507524"/>
                <a:gd name="connsiteX48" fmla="*/ 1589902 w 1780458"/>
                <a:gd name="connsiteY48" fmla="*/ 1351005 h 1507524"/>
                <a:gd name="connsiteX49" fmla="*/ 1540475 w 1780458"/>
                <a:gd name="connsiteY49" fmla="*/ 1383956 h 1507524"/>
                <a:gd name="connsiteX50" fmla="*/ 1499286 w 1780458"/>
                <a:gd name="connsiteY50" fmla="*/ 1425146 h 1507524"/>
                <a:gd name="connsiteX51" fmla="*/ 1449859 w 1780458"/>
                <a:gd name="connsiteY51" fmla="*/ 1458097 h 1507524"/>
                <a:gd name="connsiteX52" fmla="*/ 1400432 w 1780458"/>
                <a:gd name="connsiteY52" fmla="*/ 1491048 h 1507524"/>
                <a:gd name="connsiteX53" fmla="*/ 1351005 w 1780458"/>
                <a:gd name="connsiteY53" fmla="*/ 1507524 h 1507524"/>
                <a:gd name="connsiteX54" fmla="*/ 1145059 w 1780458"/>
                <a:gd name="connsiteY54" fmla="*/ 1499286 h 1507524"/>
                <a:gd name="connsiteX55" fmla="*/ 1103870 w 1780458"/>
                <a:gd name="connsiteY55" fmla="*/ 1491048 h 1507524"/>
                <a:gd name="connsiteX56" fmla="*/ 988540 w 1780458"/>
                <a:gd name="connsiteY56" fmla="*/ 1474573 h 1507524"/>
                <a:gd name="connsiteX57" fmla="*/ 963827 w 1780458"/>
                <a:gd name="connsiteY57" fmla="*/ 1466335 h 1507524"/>
                <a:gd name="connsiteX58" fmla="*/ 856735 w 1780458"/>
                <a:gd name="connsiteY58" fmla="*/ 1449859 h 1507524"/>
                <a:gd name="connsiteX59" fmla="*/ 823783 w 1780458"/>
                <a:gd name="connsiteY59" fmla="*/ 1441621 h 1507524"/>
                <a:gd name="connsiteX60" fmla="*/ 782594 w 1780458"/>
                <a:gd name="connsiteY60" fmla="*/ 1433383 h 1507524"/>
                <a:gd name="connsiteX61" fmla="*/ 724929 w 1780458"/>
                <a:gd name="connsiteY61" fmla="*/ 1425146 h 1507524"/>
                <a:gd name="connsiteX62" fmla="*/ 609600 w 1780458"/>
                <a:gd name="connsiteY62" fmla="*/ 1408670 h 1507524"/>
                <a:gd name="connsiteX63" fmla="*/ 584886 w 1780458"/>
                <a:gd name="connsiteY63" fmla="*/ 1400432 h 1507524"/>
                <a:gd name="connsiteX64" fmla="*/ 494270 w 1780458"/>
                <a:gd name="connsiteY64" fmla="*/ 1383956 h 1507524"/>
                <a:gd name="connsiteX65" fmla="*/ 469556 w 1780458"/>
                <a:gd name="connsiteY65" fmla="*/ 1375719 h 1507524"/>
                <a:gd name="connsiteX66" fmla="*/ 403654 w 1780458"/>
                <a:gd name="connsiteY66" fmla="*/ 1318054 h 1507524"/>
                <a:gd name="connsiteX67" fmla="*/ 378940 w 1780458"/>
                <a:gd name="connsiteY67" fmla="*/ 1301578 h 1507524"/>
                <a:gd name="connsiteX68" fmla="*/ 337751 w 1780458"/>
                <a:gd name="connsiteY68" fmla="*/ 1268627 h 1507524"/>
                <a:gd name="connsiteX69" fmla="*/ 321275 w 1780458"/>
                <a:gd name="connsiteY69" fmla="*/ 1243913 h 1507524"/>
                <a:gd name="connsiteX70" fmla="*/ 296562 w 1780458"/>
                <a:gd name="connsiteY70" fmla="*/ 1227437 h 1507524"/>
                <a:gd name="connsiteX71" fmla="*/ 238897 w 1780458"/>
                <a:gd name="connsiteY71" fmla="*/ 1153297 h 1507524"/>
                <a:gd name="connsiteX72" fmla="*/ 222421 w 1780458"/>
                <a:gd name="connsiteY72" fmla="*/ 1128583 h 1507524"/>
                <a:gd name="connsiteX73" fmla="*/ 197708 w 1780458"/>
                <a:gd name="connsiteY73" fmla="*/ 1103870 h 1507524"/>
                <a:gd name="connsiteX74" fmla="*/ 172994 w 1780458"/>
                <a:gd name="connsiteY74" fmla="*/ 1054443 h 1507524"/>
                <a:gd name="connsiteX75" fmla="*/ 148281 w 1780458"/>
                <a:gd name="connsiteY75" fmla="*/ 1005016 h 1507524"/>
                <a:gd name="connsiteX76" fmla="*/ 156519 w 1780458"/>
                <a:gd name="connsiteY76" fmla="*/ 757881 h 1507524"/>
                <a:gd name="connsiteX77" fmla="*/ 148281 w 1780458"/>
                <a:gd name="connsiteY77" fmla="*/ 642551 h 1507524"/>
                <a:gd name="connsiteX78" fmla="*/ 131805 w 1780458"/>
                <a:gd name="connsiteY78" fmla="*/ 593124 h 1507524"/>
                <a:gd name="connsiteX79" fmla="*/ 82378 w 1780458"/>
                <a:gd name="connsiteY79" fmla="*/ 510746 h 1507524"/>
                <a:gd name="connsiteX80" fmla="*/ 65902 w 1780458"/>
                <a:gd name="connsiteY80" fmla="*/ 486032 h 1507524"/>
                <a:gd name="connsiteX81" fmla="*/ 49427 w 1780458"/>
                <a:gd name="connsiteY81" fmla="*/ 461319 h 1507524"/>
                <a:gd name="connsiteX82" fmla="*/ 24713 w 1780458"/>
                <a:gd name="connsiteY82" fmla="*/ 428367 h 1507524"/>
                <a:gd name="connsiteX83" fmla="*/ 0 w 1780458"/>
                <a:gd name="connsiteY83" fmla="*/ 345989 h 1507524"/>
                <a:gd name="connsiteX84" fmla="*/ 8238 w 1780458"/>
                <a:gd name="connsiteY84" fmla="*/ 230659 h 1507524"/>
                <a:gd name="connsiteX85" fmla="*/ 16475 w 1780458"/>
                <a:gd name="connsiteY85" fmla="*/ 205946 h 1507524"/>
                <a:gd name="connsiteX86" fmla="*/ 57665 w 1780458"/>
                <a:gd name="connsiteY86" fmla="*/ 131805 h 150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780458" h="1507524">
                  <a:moveTo>
                    <a:pt x="57665" y="131805"/>
                  </a:moveTo>
                  <a:lnTo>
                    <a:pt x="57665" y="131805"/>
                  </a:lnTo>
                  <a:cubicBezTo>
                    <a:pt x="85124" y="159264"/>
                    <a:pt x="107732" y="192642"/>
                    <a:pt x="140043" y="214183"/>
                  </a:cubicBezTo>
                  <a:lnTo>
                    <a:pt x="189470" y="247135"/>
                  </a:lnTo>
                  <a:cubicBezTo>
                    <a:pt x="211760" y="261995"/>
                    <a:pt x="221008" y="269635"/>
                    <a:pt x="247135" y="280086"/>
                  </a:cubicBezTo>
                  <a:cubicBezTo>
                    <a:pt x="288942" y="296809"/>
                    <a:pt x="296385" y="296527"/>
                    <a:pt x="337751" y="304800"/>
                  </a:cubicBezTo>
                  <a:cubicBezTo>
                    <a:pt x="348735" y="302054"/>
                    <a:pt x="360576" y="301625"/>
                    <a:pt x="370702" y="296562"/>
                  </a:cubicBezTo>
                  <a:cubicBezTo>
                    <a:pt x="424551" y="269637"/>
                    <a:pt x="386681" y="280583"/>
                    <a:pt x="420129" y="247135"/>
                  </a:cubicBezTo>
                  <a:cubicBezTo>
                    <a:pt x="429838" y="237426"/>
                    <a:pt x="442097" y="230659"/>
                    <a:pt x="453081" y="222421"/>
                  </a:cubicBezTo>
                  <a:cubicBezTo>
                    <a:pt x="491895" y="164199"/>
                    <a:pt x="443198" y="236255"/>
                    <a:pt x="494270" y="164756"/>
                  </a:cubicBezTo>
                  <a:cubicBezTo>
                    <a:pt x="500025" y="156700"/>
                    <a:pt x="503745" y="147044"/>
                    <a:pt x="510746" y="140043"/>
                  </a:cubicBezTo>
                  <a:cubicBezTo>
                    <a:pt x="517747" y="133042"/>
                    <a:pt x="527221" y="129059"/>
                    <a:pt x="535459" y="123567"/>
                  </a:cubicBezTo>
                  <a:cubicBezTo>
                    <a:pt x="574288" y="65326"/>
                    <a:pt x="525559" y="137428"/>
                    <a:pt x="576648" y="65902"/>
                  </a:cubicBezTo>
                  <a:cubicBezTo>
                    <a:pt x="582403" y="57846"/>
                    <a:pt x="585673" y="47709"/>
                    <a:pt x="593124" y="41189"/>
                  </a:cubicBezTo>
                  <a:cubicBezTo>
                    <a:pt x="627990" y="10681"/>
                    <a:pt x="633319" y="11314"/>
                    <a:pt x="667265" y="0"/>
                  </a:cubicBezTo>
                  <a:cubicBezTo>
                    <a:pt x="744151" y="2746"/>
                    <a:pt x="821130" y="3583"/>
                    <a:pt x="897924" y="8237"/>
                  </a:cubicBezTo>
                  <a:cubicBezTo>
                    <a:pt x="911900" y="9084"/>
                    <a:pt x="925337" y="13970"/>
                    <a:pt x="939113" y="16475"/>
                  </a:cubicBezTo>
                  <a:cubicBezTo>
                    <a:pt x="955547" y="19463"/>
                    <a:pt x="972161" y="21437"/>
                    <a:pt x="988540" y="24713"/>
                  </a:cubicBezTo>
                  <a:cubicBezTo>
                    <a:pt x="999642" y="26933"/>
                    <a:pt x="1010440" y="30495"/>
                    <a:pt x="1021492" y="32951"/>
                  </a:cubicBezTo>
                  <a:cubicBezTo>
                    <a:pt x="1052672" y="39880"/>
                    <a:pt x="1098936" y="48387"/>
                    <a:pt x="1128583" y="49427"/>
                  </a:cubicBezTo>
                  <a:cubicBezTo>
                    <a:pt x="1263080" y="54146"/>
                    <a:pt x="1397686" y="54919"/>
                    <a:pt x="1532238" y="57665"/>
                  </a:cubicBezTo>
                  <a:cubicBezTo>
                    <a:pt x="1537730" y="65903"/>
                    <a:pt x="1544285" y="73523"/>
                    <a:pt x="1548713" y="82378"/>
                  </a:cubicBezTo>
                  <a:cubicBezTo>
                    <a:pt x="1562877" y="110706"/>
                    <a:pt x="1558659" y="131603"/>
                    <a:pt x="1548713" y="164756"/>
                  </a:cubicBezTo>
                  <a:cubicBezTo>
                    <a:pt x="1545868" y="174239"/>
                    <a:pt x="1537730" y="181232"/>
                    <a:pt x="1532238" y="189470"/>
                  </a:cubicBezTo>
                  <a:cubicBezTo>
                    <a:pt x="1547791" y="313906"/>
                    <a:pt x="1532879" y="201879"/>
                    <a:pt x="1548713" y="304800"/>
                  </a:cubicBezTo>
                  <a:cubicBezTo>
                    <a:pt x="1560935" y="384240"/>
                    <a:pt x="1549444" y="339946"/>
                    <a:pt x="1573427" y="411892"/>
                  </a:cubicBezTo>
                  <a:cubicBezTo>
                    <a:pt x="1576173" y="420130"/>
                    <a:pt x="1574440" y="431788"/>
                    <a:pt x="1581665" y="436605"/>
                  </a:cubicBezTo>
                  <a:lnTo>
                    <a:pt x="1606378" y="453081"/>
                  </a:lnTo>
                  <a:cubicBezTo>
                    <a:pt x="1613078" y="473181"/>
                    <a:pt x="1615123" y="486539"/>
                    <a:pt x="1631092" y="502508"/>
                  </a:cubicBezTo>
                  <a:cubicBezTo>
                    <a:pt x="1640998" y="512414"/>
                    <a:pt x="1677990" y="531153"/>
                    <a:pt x="1688756" y="535459"/>
                  </a:cubicBezTo>
                  <a:cubicBezTo>
                    <a:pt x="1704881" y="541909"/>
                    <a:pt x="1723733" y="542302"/>
                    <a:pt x="1738183" y="551935"/>
                  </a:cubicBezTo>
                  <a:lnTo>
                    <a:pt x="1762897" y="568410"/>
                  </a:lnTo>
                  <a:cubicBezTo>
                    <a:pt x="1779976" y="619645"/>
                    <a:pt x="1788020" y="619218"/>
                    <a:pt x="1771135" y="675502"/>
                  </a:cubicBezTo>
                  <a:cubicBezTo>
                    <a:pt x="1768290" y="684985"/>
                    <a:pt x="1761660" y="693215"/>
                    <a:pt x="1754659" y="700216"/>
                  </a:cubicBezTo>
                  <a:cubicBezTo>
                    <a:pt x="1747658" y="707217"/>
                    <a:pt x="1738184" y="711200"/>
                    <a:pt x="1729946" y="716692"/>
                  </a:cubicBezTo>
                  <a:cubicBezTo>
                    <a:pt x="1724454" y="724930"/>
                    <a:pt x="1721201" y="735220"/>
                    <a:pt x="1713470" y="741405"/>
                  </a:cubicBezTo>
                  <a:cubicBezTo>
                    <a:pt x="1706689" y="746830"/>
                    <a:pt x="1694896" y="743503"/>
                    <a:pt x="1688756" y="749643"/>
                  </a:cubicBezTo>
                  <a:cubicBezTo>
                    <a:pt x="1660431" y="777968"/>
                    <a:pt x="1657926" y="792707"/>
                    <a:pt x="1647567" y="823783"/>
                  </a:cubicBezTo>
                  <a:cubicBezTo>
                    <a:pt x="1650313" y="859480"/>
                    <a:pt x="1647121" y="896141"/>
                    <a:pt x="1655805" y="930875"/>
                  </a:cubicBezTo>
                  <a:cubicBezTo>
                    <a:pt x="1658631" y="942177"/>
                    <a:pt x="1673061" y="946639"/>
                    <a:pt x="1680519" y="955589"/>
                  </a:cubicBezTo>
                  <a:cubicBezTo>
                    <a:pt x="1686857" y="963195"/>
                    <a:pt x="1691502" y="972064"/>
                    <a:pt x="1696994" y="980302"/>
                  </a:cubicBezTo>
                  <a:cubicBezTo>
                    <a:pt x="1703467" y="1019139"/>
                    <a:pt x="1703639" y="1028273"/>
                    <a:pt x="1713470" y="1062681"/>
                  </a:cubicBezTo>
                  <a:cubicBezTo>
                    <a:pt x="1715856" y="1071030"/>
                    <a:pt x="1717825" y="1079627"/>
                    <a:pt x="1721708" y="1087394"/>
                  </a:cubicBezTo>
                  <a:cubicBezTo>
                    <a:pt x="1753646" y="1151271"/>
                    <a:pt x="1725715" y="1074705"/>
                    <a:pt x="1746421" y="1136821"/>
                  </a:cubicBezTo>
                  <a:cubicBezTo>
                    <a:pt x="1743675" y="1161535"/>
                    <a:pt x="1744214" y="1186839"/>
                    <a:pt x="1738183" y="1210962"/>
                  </a:cubicBezTo>
                  <a:cubicBezTo>
                    <a:pt x="1731824" y="1236398"/>
                    <a:pt x="1714337" y="1237698"/>
                    <a:pt x="1696994" y="1252151"/>
                  </a:cubicBezTo>
                  <a:cubicBezTo>
                    <a:pt x="1633573" y="1305003"/>
                    <a:pt x="1708921" y="1252440"/>
                    <a:pt x="1647567" y="1293340"/>
                  </a:cubicBezTo>
                  <a:cubicBezTo>
                    <a:pt x="1600357" y="1364160"/>
                    <a:pt x="1663217" y="1280822"/>
                    <a:pt x="1606378" y="1326292"/>
                  </a:cubicBezTo>
                  <a:cubicBezTo>
                    <a:pt x="1598647" y="1332477"/>
                    <a:pt x="1597353" y="1344486"/>
                    <a:pt x="1589902" y="1351005"/>
                  </a:cubicBezTo>
                  <a:cubicBezTo>
                    <a:pt x="1575000" y="1364044"/>
                    <a:pt x="1540475" y="1383956"/>
                    <a:pt x="1540475" y="1383956"/>
                  </a:cubicBezTo>
                  <a:cubicBezTo>
                    <a:pt x="1510272" y="1429264"/>
                    <a:pt x="1540474" y="1390822"/>
                    <a:pt x="1499286" y="1425146"/>
                  </a:cubicBezTo>
                  <a:cubicBezTo>
                    <a:pt x="1458148" y="1459427"/>
                    <a:pt x="1493291" y="1443620"/>
                    <a:pt x="1449859" y="1458097"/>
                  </a:cubicBezTo>
                  <a:cubicBezTo>
                    <a:pt x="1433383" y="1469081"/>
                    <a:pt x="1419217" y="1484786"/>
                    <a:pt x="1400432" y="1491048"/>
                  </a:cubicBezTo>
                  <a:lnTo>
                    <a:pt x="1351005" y="1507524"/>
                  </a:lnTo>
                  <a:cubicBezTo>
                    <a:pt x="1282356" y="1504778"/>
                    <a:pt x="1213610" y="1503856"/>
                    <a:pt x="1145059" y="1499286"/>
                  </a:cubicBezTo>
                  <a:cubicBezTo>
                    <a:pt x="1131088" y="1498355"/>
                    <a:pt x="1117646" y="1493553"/>
                    <a:pt x="1103870" y="1491048"/>
                  </a:cubicBezTo>
                  <a:cubicBezTo>
                    <a:pt x="1051604" y="1481545"/>
                    <a:pt x="1045835" y="1481734"/>
                    <a:pt x="988540" y="1474573"/>
                  </a:cubicBezTo>
                  <a:cubicBezTo>
                    <a:pt x="980302" y="1471827"/>
                    <a:pt x="972304" y="1468219"/>
                    <a:pt x="963827" y="1466335"/>
                  </a:cubicBezTo>
                  <a:cubicBezTo>
                    <a:pt x="927997" y="1458373"/>
                    <a:pt x="892865" y="1456428"/>
                    <a:pt x="856735" y="1449859"/>
                  </a:cubicBezTo>
                  <a:cubicBezTo>
                    <a:pt x="845596" y="1447834"/>
                    <a:pt x="834835" y="1444077"/>
                    <a:pt x="823783" y="1441621"/>
                  </a:cubicBezTo>
                  <a:cubicBezTo>
                    <a:pt x="810115" y="1438584"/>
                    <a:pt x="796405" y="1435685"/>
                    <a:pt x="782594" y="1433383"/>
                  </a:cubicBezTo>
                  <a:cubicBezTo>
                    <a:pt x="763441" y="1430191"/>
                    <a:pt x="744120" y="1428098"/>
                    <a:pt x="724929" y="1425146"/>
                  </a:cubicBezTo>
                  <a:cubicBezTo>
                    <a:pt x="621956" y="1409305"/>
                    <a:pt x="734103" y="1424233"/>
                    <a:pt x="609600" y="1408670"/>
                  </a:cubicBezTo>
                  <a:cubicBezTo>
                    <a:pt x="601362" y="1405924"/>
                    <a:pt x="593310" y="1402538"/>
                    <a:pt x="584886" y="1400432"/>
                  </a:cubicBezTo>
                  <a:cubicBezTo>
                    <a:pt x="524944" y="1385446"/>
                    <a:pt x="560340" y="1398638"/>
                    <a:pt x="494270" y="1383956"/>
                  </a:cubicBezTo>
                  <a:cubicBezTo>
                    <a:pt x="485793" y="1382072"/>
                    <a:pt x="477794" y="1378465"/>
                    <a:pt x="469556" y="1375719"/>
                  </a:cubicBezTo>
                  <a:cubicBezTo>
                    <a:pt x="442098" y="1334529"/>
                    <a:pt x="461319" y="1356497"/>
                    <a:pt x="403654" y="1318054"/>
                  </a:cubicBezTo>
                  <a:lnTo>
                    <a:pt x="378940" y="1301578"/>
                  </a:lnTo>
                  <a:cubicBezTo>
                    <a:pt x="331726" y="1230755"/>
                    <a:pt x="394594" y="1314101"/>
                    <a:pt x="337751" y="1268627"/>
                  </a:cubicBezTo>
                  <a:cubicBezTo>
                    <a:pt x="330020" y="1262442"/>
                    <a:pt x="328276" y="1250914"/>
                    <a:pt x="321275" y="1243913"/>
                  </a:cubicBezTo>
                  <a:cubicBezTo>
                    <a:pt x="314274" y="1236912"/>
                    <a:pt x="304800" y="1232929"/>
                    <a:pt x="296562" y="1227437"/>
                  </a:cubicBezTo>
                  <a:cubicBezTo>
                    <a:pt x="213282" y="1102515"/>
                    <a:pt x="303422" y="1230726"/>
                    <a:pt x="238897" y="1153297"/>
                  </a:cubicBezTo>
                  <a:cubicBezTo>
                    <a:pt x="232559" y="1145691"/>
                    <a:pt x="228759" y="1136189"/>
                    <a:pt x="222421" y="1128583"/>
                  </a:cubicBezTo>
                  <a:cubicBezTo>
                    <a:pt x="214963" y="1119633"/>
                    <a:pt x="205166" y="1112820"/>
                    <a:pt x="197708" y="1103870"/>
                  </a:cubicBezTo>
                  <a:cubicBezTo>
                    <a:pt x="168199" y="1068459"/>
                    <a:pt x="191569" y="1091594"/>
                    <a:pt x="172994" y="1054443"/>
                  </a:cubicBezTo>
                  <a:cubicBezTo>
                    <a:pt x="141056" y="990566"/>
                    <a:pt x="168987" y="1067132"/>
                    <a:pt x="148281" y="1005016"/>
                  </a:cubicBezTo>
                  <a:cubicBezTo>
                    <a:pt x="151027" y="922638"/>
                    <a:pt x="156519" y="840305"/>
                    <a:pt x="156519" y="757881"/>
                  </a:cubicBezTo>
                  <a:cubicBezTo>
                    <a:pt x="156519" y="719340"/>
                    <a:pt x="153998" y="680666"/>
                    <a:pt x="148281" y="642551"/>
                  </a:cubicBezTo>
                  <a:cubicBezTo>
                    <a:pt x="145705" y="625376"/>
                    <a:pt x="139572" y="608657"/>
                    <a:pt x="131805" y="593124"/>
                  </a:cubicBezTo>
                  <a:cubicBezTo>
                    <a:pt x="106474" y="542463"/>
                    <a:pt x="122140" y="570390"/>
                    <a:pt x="82378" y="510746"/>
                  </a:cubicBezTo>
                  <a:lnTo>
                    <a:pt x="65902" y="486032"/>
                  </a:lnTo>
                  <a:cubicBezTo>
                    <a:pt x="60410" y="477794"/>
                    <a:pt x="55367" y="469239"/>
                    <a:pt x="49427" y="461319"/>
                  </a:cubicBezTo>
                  <a:lnTo>
                    <a:pt x="24713" y="428367"/>
                  </a:lnTo>
                  <a:cubicBezTo>
                    <a:pt x="4658" y="368199"/>
                    <a:pt x="12450" y="395788"/>
                    <a:pt x="0" y="345989"/>
                  </a:cubicBezTo>
                  <a:cubicBezTo>
                    <a:pt x="2746" y="307546"/>
                    <a:pt x="3735" y="268936"/>
                    <a:pt x="8238" y="230659"/>
                  </a:cubicBezTo>
                  <a:cubicBezTo>
                    <a:pt x="9253" y="222035"/>
                    <a:pt x="12258" y="213536"/>
                    <a:pt x="16475" y="205946"/>
                  </a:cubicBezTo>
                  <a:lnTo>
                    <a:pt x="57665" y="13180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593491" y="4014076"/>
              <a:ext cx="2973859" cy="1472324"/>
            </a:xfrm>
            <a:custGeom>
              <a:avLst/>
              <a:gdLst>
                <a:gd name="connsiteX0" fmla="*/ 98854 w 2949146"/>
                <a:gd name="connsiteY0" fmla="*/ 162507 h 1472324"/>
                <a:gd name="connsiteX1" fmla="*/ 98854 w 2949146"/>
                <a:gd name="connsiteY1" fmla="*/ 162507 h 1472324"/>
                <a:gd name="connsiteX2" fmla="*/ 90616 w 2949146"/>
                <a:gd name="connsiteY2" fmla="*/ 302551 h 1472324"/>
                <a:gd name="connsiteX3" fmla="*/ 74140 w 2949146"/>
                <a:gd name="connsiteY3" fmla="*/ 327264 h 1472324"/>
                <a:gd name="connsiteX4" fmla="*/ 24713 w 2949146"/>
                <a:gd name="connsiteY4" fmla="*/ 368453 h 1472324"/>
                <a:gd name="connsiteX5" fmla="*/ 0 w 2949146"/>
                <a:gd name="connsiteY5" fmla="*/ 393167 h 1472324"/>
                <a:gd name="connsiteX6" fmla="*/ 41189 w 2949146"/>
                <a:gd name="connsiteY6" fmla="*/ 426118 h 1472324"/>
                <a:gd name="connsiteX7" fmla="*/ 57665 w 2949146"/>
                <a:gd name="connsiteY7" fmla="*/ 450832 h 1472324"/>
                <a:gd name="connsiteX8" fmla="*/ 107092 w 2949146"/>
                <a:gd name="connsiteY8" fmla="*/ 500259 h 1472324"/>
                <a:gd name="connsiteX9" fmla="*/ 140043 w 2949146"/>
                <a:gd name="connsiteY9" fmla="*/ 549686 h 1472324"/>
                <a:gd name="connsiteX10" fmla="*/ 156519 w 2949146"/>
                <a:gd name="connsiteY10" fmla="*/ 574399 h 1472324"/>
                <a:gd name="connsiteX11" fmla="*/ 164756 w 2949146"/>
                <a:gd name="connsiteY11" fmla="*/ 599113 h 1472324"/>
                <a:gd name="connsiteX12" fmla="*/ 189470 w 2949146"/>
                <a:gd name="connsiteY12" fmla="*/ 623826 h 1472324"/>
                <a:gd name="connsiteX13" fmla="*/ 205946 w 2949146"/>
                <a:gd name="connsiteY13" fmla="*/ 648540 h 1472324"/>
                <a:gd name="connsiteX14" fmla="*/ 230659 w 2949146"/>
                <a:gd name="connsiteY14" fmla="*/ 673253 h 1472324"/>
                <a:gd name="connsiteX15" fmla="*/ 247135 w 2949146"/>
                <a:gd name="connsiteY15" fmla="*/ 697967 h 1472324"/>
                <a:gd name="connsiteX16" fmla="*/ 263611 w 2949146"/>
                <a:gd name="connsiteY16" fmla="*/ 747394 h 1472324"/>
                <a:gd name="connsiteX17" fmla="*/ 238897 w 2949146"/>
                <a:gd name="connsiteY17" fmla="*/ 1134572 h 1472324"/>
                <a:gd name="connsiteX18" fmla="*/ 222421 w 2949146"/>
                <a:gd name="connsiteY18" fmla="*/ 1183999 h 1472324"/>
                <a:gd name="connsiteX19" fmla="*/ 205946 w 2949146"/>
                <a:gd name="connsiteY19" fmla="*/ 1208713 h 1472324"/>
                <a:gd name="connsiteX20" fmla="*/ 197708 w 2949146"/>
                <a:gd name="connsiteY20" fmla="*/ 1258140 h 1472324"/>
                <a:gd name="connsiteX21" fmla="*/ 214184 w 2949146"/>
                <a:gd name="connsiteY21" fmla="*/ 1332280 h 1472324"/>
                <a:gd name="connsiteX22" fmla="*/ 238897 w 2949146"/>
                <a:gd name="connsiteY22" fmla="*/ 1356994 h 1472324"/>
                <a:gd name="connsiteX23" fmla="*/ 280086 w 2949146"/>
                <a:gd name="connsiteY23" fmla="*/ 1406421 h 1472324"/>
                <a:gd name="connsiteX24" fmla="*/ 288324 w 2949146"/>
                <a:gd name="connsiteY24" fmla="*/ 1431134 h 1472324"/>
                <a:gd name="connsiteX25" fmla="*/ 313038 w 2949146"/>
                <a:gd name="connsiteY25" fmla="*/ 1447610 h 1472324"/>
                <a:gd name="connsiteX26" fmla="*/ 395416 w 2949146"/>
                <a:gd name="connsiteY26" fmla="*/ 1472324 h 1472324"/>
                <a:gd name="connsiteX27" fmla="*/ 477794 w 2949146"/>
                <a:gd name="connsiteY27" fmla="*/ 1455848 h 1472324"/>
                <a:gd name="connsiteX28" fmla="*/ 535459 w 2949146"/>
                <a:gd name="connsiteY28" fmla="*/ 1439372 h 1472324"/>
                <a:gd name="connsiteX29" fmla="*/ 560173 w 2949146"/>
                <a:gd name="connsiteY29" fmla="*/ 1422897 h 1472324"/>
                <a:gd name="connsiteX30" fmla="*/ 576648 w 2949146"/>
                <a:gd name="connsiteY30" fmla="*/ 1398183 h 1472324"/>
                <a:gd name="connsiteX31" fmla="*/ 584886 w 2949146"/>
                <a:gd name="connsiteY31" fmla="*/ 1373470 h 1472324"/>
                <a:gd name="connsiteX32" fmla="*/ 617838 w 2949146"/>
                <a:gd name="connsiteY32" fmla="*/ 1324043 h 1472324"/>
                <a:gd name="connsiteX33" fmla="*/ 634313 w 2949146"/>
                <a:gd name="connsiteY33" fmla="*/ 1299329 h 1472324"/>
                <a:gd name="connsiteX34" fmla="*/ 650789 w 2949146"/>
                <a:gd name="connsiteY34" fmla="*/ 1274616 h 1472324"/>
                <a:gd name="connsiteX35" fmla="*/ 667265 w 2949146"/>
                <a:gd name="connsiteY35" fmla="*/ 1225189 h 1472324"/>
                <a:gd name="connsiteX36" fmla="*/ 650789 w 2949146"/>
                <a:gd name="connsiteY36" fmla="*/ 1093383 h 1472324"/>
                <a:gd name="connsiteX37" fmla="*/ 659027 w 2949146"/>
                <a:gd name="connsiteY37" fmla="*/ 1002767 h 1472324"/>
                <a:gd name="connsiteX38" fmla="*/ 667265 w 2949146"/>
                <a:gd name="connsiteY38" fmla="*/ 978053 h 1472324"/>
                <a:gd name="connsiteX39" fmla="*/ 691978 w 2949146"/>
                <a:gd name="connsiteY39" fmla="*/ 953340 h 1472324"/>
                <a:gd name="connsiteX40" fmla="*/ 716692 w 2949146"/>
                <a:gd name="connsiteY40" fmla="*/ 936864 h 1472324"/>
                <a:gd name="connsiteX41" fmla="*/ 939113 w 2949146"/>
                <a:gd name="connsiteY41" fmla="*/ 912151 h 1472324"/>
                <a:gd name="connsiteX42" fmla="*/ 980302 w 2949146"/>
                <a:gd name="connsiteY42" fmla="*/ 879199 h 1472324"/>
                <a:gd name="connsiteX43" fmla="*/ 1005016 w 2949146"/>
                <a:gd name="connsiteY43" fmla="*/ 870962 h 1472324"/>
                <a:gd name="connsiteX44" fmla="*/ 1029729 w 2949146"/>
                <a:gd name="connsiteY44" fmla="*/ 854486 h 1472324"/>
                <a:gd name="connsiteX45" fmla="*/ 1054443 w 2949146"/>
                <a:gd name="connsiteY45" fmla="*/ 846248 h 1472324"/>
                <a:gd name="connsiteX46" fmla="*/ 1219200 w 2949146"/>
                <a:gd name="connsiteY46" fmla="*/ 821534 h 1472324"/>
                <a:gd name="connsiteX47" fmla="*/ 1499286 w 2949146"/>
                <a:gd name="connsiteY47" fmla="*/ 813297 h 1472324"/>
                <a:gd name="connsiteX48" fmla="*/ 1664043 w 2949146"/>
                <a:gd name="connsiteY48" fmla="*/ 821534 h 1472324"/>
                <a:gd name="connsiteX49" fmla="*/ 1705232 w 2949146"/>
                <a:gd name="connsiteY49" fmla="*/ 829772 h 1472324"/>
                <a:gd name="connsiteX50" fmla="*/ 1754659 w 2949146"/>
                <a:gd name="connsiteY50" fmla="*/ 838010 h 1472324"/>
                <a:gd name="connsiteX51" fmla="*/ 1820562 w 2949146"/>
                <a:gd name="connsiteY51" fmla="*/ 854486 h 1472324"/>
                <a:gd name="connsiteX52" fmla="*/ 1878227 w 2949146"/>
                <a:gd name="connsiteY52" fmla="*/ 862724 h 1472324"/>
                <a:gd name="connsiteX53" fmla="*/ 1911178 w 2949146"/>
                <a:gd name="connsiteY53" fmla="*/ 870962 h 1472324"/>
                <a:gd name="connsiteX54" fmla="*/ 2034746 w 2949146"/>
                <a:gd name="connsiteY54" fmla="*/ 879199 h 1472324"/>
                <a:gd name="connsiteX55" fmla="*/ 2224216 w 2949146"/>
                <a:gd name="connsiteY55" fmla="*/ 895675 h 1472324"/>
                <a:gd name="connsiteX56" fmla="*/ 2372497 w 2949146"/>
                <a:gd name="connsiteY56" fmla="*/ 920389 h 1472324"/>
                <a:gd name="connsiteX57" fmla="*/ 2570205 w 2949146"/>
                <a:gd name="connsiteY57" fmla="*/ 945102 h 1472324"/>
                <a:gd name="connsiteX58" fmla="*/ 2660821 w 2949146"/>
                <a:gd name="connsiteY58" fmla="*/ 953340 h 1472324"/>
                <a:gd name="connsiteX59" fmla="*/ 2866767 w 2949146"/>
                <a:gd name="connsiteY59" fmla="*/ 928626 h 1472324"/>
                <a:gd name="connsiteX60" fmla="*/ 2891481 w 2949146"/>
                <a:gd name="connsiteY60" fmla="*/ 903913 h 1472324"/>
                <a:gd name="connsiteX61" fmla="*/ 2916194 w 2949146"/>
                <a:gd name="connsiteY61" fmla="*/ 854486 h 1472324"/>
                <a:gd name="connsiteX62" fmla="*/ 2924432 w 2949146"/>
                <a:gd name="connsiteY62" fmla="*/ 829772 h 1472324"/>
                <a:gd name="connsiteX63" fmla="*/ 2949146 w 2949146"/>
                <a:gd name="connsiteY63" fmla="*/ 772107 h 1472324"/>
                <a:gd name="connsiteX64" fmla="*/ 2940908 w 2949146"/>
                <a:gd name="connsiteY64" fmla="*/ 632064 h 1472324"/>
                <a:gd name="connsiteX65" fmla="*/ 2932670 w 2949146"/>
                <a:gd name="connsiteY65" fmla="*/ 599113 h 1472324"/>
                <a:gd name="connsiteX66" fmla="*/ 2907956 w 2949146"/>
                <a:gd name="connsiteY66" fmla="*/ 566162 h 1472324"/>
                <a:gd name="connsiteX67" fmla="*/ 2891481 w 2949146"/>
                <a:gd name="connsiteY67" fmla="*/ 541448 h 1472324"/>
                <a:gd name="connsiteX68" fmla="*/ 2883243 w 2949146"/>
                <a:gd name="connsiteY68" fmla="*/ 516734 h 1472324"/>
                <a:gd name="connsiteX69" fmla="*/ 2850292 w 2949146"/>
                <a:gd name="connsiteY69" fmla="*/ 467307 h 1472324"/>
                <a:gd name="connsiteX70" fmla="*/ 2833816 w 2949146"/>
                <a:gd name="connsiteY70" fmla="*/ 442594 h 1472324"/>
                <a:gd name="connsiteX71" fmla="*/ 2817340 w 2949146"/>
                <a:gd name="connsiteY71" fmla="*/ 417880 h 1472324"/>
                <a:gd name="connsiteX72" fmla="*/ 2743200 w 2949146"/>
                <a:gd name="connsiteY72" fmla="*/ 360216 h 1472324"/>
                <a:gd name="connsiteX73" fmla="*/ 2718486 w 2949146"/>
                <a:gd name="connsiteY73" fmla="*/ 351978 h 1472324"/>
                <a:gd name="connsiteX74" fmla="*/ 2652584 w 2949146"/>
                <a:gd name="connsiteY74" fmla="*/ 360216 h 1472324"/>
                <a:gd name="connsiteX75" fmla="*/ 2619632 w 2949146"/>
                <a:gd name="connsiteY75" fmla="*/ 368453 h 1472324"/>
                <a:gd name="connsiteX76" fmla="*/ 2430162 w 2949146"/>
                <a:gd name="connsiteY76" fmla="*/ 360216 h 1472324"/>
                <a:gd name="connsiteX77" fmla="*/ 2306594 w 2949146"/>
                <a:gd name="connsiteY77" fmla="*/ 368453 h 1472324"/>
                <a:gd name="connsiteX78" fmla="*/ 2257167 w 2949146"/>
                <a:gd name="connsiteY78" fmla="*/ 384929 h 1472324"/>
                <a:gd name="connsiteX79" fmla="*/ 2232454 w 2949146"/>
                <a:gd name="connsiteY79" fmla="*/ 393167 h 1472324"/>
                <a:gd name="connsiteX80" fmla="*/ 2207740 w 2949146"/>
                <a:gd name="connsiteY80" fmla="*/ 409643 h 1472324"/>
                <a:gd name="connsiteX81" fmla="*/ 2100648 w 2949146"/>
                <a:gd name="connsiteY81" fmla="*/ 426118 h 1472324"/>
                <a:gd name="connsiteX82" fmla="*/ 2067697 w 2949146"/>
                <a:gd name="connsiteY82" fmla="*/ 434356 h 1472324"/>
                <a:gd name="connsiteX83" fmla="*/ 2042984 w 2949146"/>
                <a:gd name="connsiteY83" fmla="*/ 442594 h 1472324"/>
                <a:gd name="connsiteX84" fmla="*/ 1886465 w 2949146"/>
                <a:gd name="connsiteY84" fmla="*/ 459070 h 1472324"/>
                <a:gd name="connsiteX85" fmla="*/ 1762897 w 2949146"/>
                <a:gd name="connsiteY85" fmla="*/ 450832 h 1472324"/>
                <a:gd name="connsiteX86" fmla="*/ 1738184 w 2949146"/>
                <a:gd name="connsiteY86" fmla="*/ 434356 h 1472324"/>
                <a:gd name="connsiteX87" fmla="*/ 1688756 w 2949146"/>
                <a:gd name="connsiteY87" fmla="*/ 393167 h 1472324"/>
                <a:gd name="connsiteX88" fmla="*/ 1655805 w 2949146"/>
                <a:gd name="connsiteY88" fmla="*/ 343740 h 1472324"/>
                <a:gd name="connsiteX89" fmla="*/ 1606378 w 2949146"/>
                <a:gd name="connsiteY89" fmla="*/ 286075 h 1472324"/>
                <a:gd name="connsiteX90" fmla="*/ 1581665 w 2949146"/>
                <a:gd name="connsiteY90" fmla="*/ 269599 h 1472324"/>
                <a:gd name="connsiteX91" fmla="*/ 1548713 w 2949146"/>
                <a:gd name="connsiteY91" fmla="*/ 244886 h 1472324"/>
                <a:gd name="connsiteX92" fmla="*/ 1466335 w 2949146"/>
                <a:gd name="connsiteY92" fmla="*/ 203697 h 1472324"/>
                <a:gd name="connsiteX93" fmla="*/ 1334529 w 2949146"/>
                <a:gd name="connsiteY93" fmla="*/ 146032 h 1472324"/>
                <a:gd name="connsiteX94" fmla="*/ 1293340 w 2949146"/>
                <a:gd name="connsiteY94" fmla="*/ 129556 h 1472324"/>
                <a:gd name="connsiteX95" fmla="*/ 1186248 w 2949146"/>
                <a:gd name="connsiteY95" fmla="*/ 104843 h 1472324"/>
                <a:gd name="connsiteX96" fmla="*/ 1087394 w 2949146"/>
                <a:gd name="connsiteY96" fmla="*/ 80129 h 1472324"/>
                <a:gd name="connsiteX97" fmla="*/ 1037967 w 2949146"/>
                <a:gd name="connsiteY97" fmla="*/ 63653 h 1472324"/>
                <a:gd name="connsiteX98" fmla="*/ 873211 w 2949146"/>
                <a:gd name="connsiteY98" fmla="*/ 38940 h 1472324"/>
                <a:gd name="connsiteX99" fmla="*/ 840259 w 2949146"/>
                <a:gd name="connsiteY99" fmla="*/ 30702 h 1472324"/>
                <a:gd name="connsiteX100" fmla="*/ 766119 w 2949146"/>
                <a:gd name="connsiteY100" fmla="*/ 22464 h 1472324"/>
                <a:gd name="connsiteX101" fmla="*/ 345989 w 2949146"/>
                <a:gd name="connsiteY101" fmla="*/ 22464 h 1472324"/>
                <a:gd name="connsiteX102" fmla="*/ 247135 w 2949146"/>
                <a:gd name="connsiteY102" fmla="*/ 71891 h 1472324"/>
                <a:gd name="connsiteX103" fmla="*/ 172994 w 2949146"/>
                <a:gd name="connsiteY103" fmla="*/ 121318 h 1472324"/>
                <a:gd name="connsiteX104" fmla="*/ 148281 w 2949146"/>
                <a:gd name="connsiteY104" fmla="*/ 137794 h 1472324"/>
                <a:gd name="connsiteX105" fmla="*/ 98854 w 2949146"/>
                <a:gd name="connsiteY105" fmla="*/ 162507 h 147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49146" h="1472324">
                  <a:moveTo>
                    <a:pt x="98854" y="162507"/>
                  </a:moveTo>
                  <a:lnTo>
                    <a:pt x="98854" y="162507"/>
                  </a:lnTo>
                  <a:cubicBezTo>
                    <a:pt x="96108" y="209188"/>
                    <a:pt x="97553" y="256306"/>
                    <a:pt x="90616" y="302551"/>
                  </a:cubicBezTo>
                  <a:cubicBezTo>
                    <a:pt x="89147" y="312342"/>
                    <a:pt x="80478" y="319658"/>
                    <a:pt x="74140" y="327264"/>
                  </a:cubicBezTo>
                  <a:cubicBezTo>
                    <a:pt x="41314" y="366655"/>
                    <a:pt x="60066" y="338993"/>
                    <a:pt x="24713" y="368453"/>
                  </a:cubicBezTo>
                  <a:cubicBezTo>
                    <a:pt x="15763" y="375911"/>
                    <a:pt x="8238" y="384929"/>
                    <a:pt x="0" y="393167"/>
                  </a:cubicBezTo>
                  <a:cubicBezTo>
                    <a:pt x="47214" y="463990"/>
                    <a:pt x="-15654" y="380644"/>
                    <a:pt x="41189" y="426118"/>
                  </a:cubicBezTo>
                  <a:cubicBezTo>
                    <a:pt x="48920" y="432303"/>
                    <a:pt x="51087" y="443432"/>
                    <a:pt x="57665" y="450832"/>
                  </a:cubicBezTo>
                  <a:cubicBezTo>
                    <a:pt x="73145" y="468247"/>
                    <a:pt x="94168" y="480872"/>
                    <a:pt x="107092" y="500259"/>
                  </a:cubicBezTo>
                  <a:lnTo>
                    <a:pt x="140043" y="549686"/>
                  </a:lnTo>
                  <a:lnTo>
                    <a:pt x="156519" y="574399"/>
                  </a:lnTo>
                  <a:cubicBezTo>
                    <a:pt x="159265" y="582637"/>
                    <a:pt x="159939" y="591888"/>
                    <a:pt x="164756" y="599113"/>
                  </a:cubicBezTo>
                  <a:cubicBezTo>
                    <a:pt x="171218" y="608806"/>
                    <a:pt x="182012" y="614876"/>
                    <a:pt x="189470" y="623826"/>
                  </a:cubicBezTo>
                  <a:cubicBezTo>
                    <a:pt x="195808" y="631432"/>
                    <a:pt x="199608" y="640934"/>
                    <a:pt x="205946" y="648540"/>
                  </a:cubicBezTo>
                  <a:cubicBezTo>
                    <a:pt x="213404" y="657490"/>
                    <a:pt x="223201" y="664303"/>
                    <a:pt x="230659" y="673253"/>
                  </a:cubicBezTo>
                  <a:cubicBezTo>
                    <a:pt x="236997" y="680859"/>
                    <a:pt x="243114" y="688920"/>
                    <a:pt x="247135" y="697967"/>
                  </a:cubicBezTo>
                  <a:cubicBezTo>
                    <a:pt x="254188" y="713837"/>
                    <a:pt x="263611" y="747394"/>
                    <a:pt x="263611" y="747394"/>
                  </a:cubicBezTo>
                  <a:cubicBezTo>
                    <a:pt x="254949" y="1102514"/>
                    <a:pt x="290986" y="978306"/>
                    <a:pt x="238897" y="1134572"/>
                  </a:cubicBezTo>
                  <a:cubicBezTo>
                    <a:pt x="238897" y="1134573"/>
                    <a:pt x="222422" y="1183998"/>
                    <a:pt x="222421" y="1183999"/>
                  </a:cubicBezTo>
                  <a:lnTo>
                    <a:pt x="205946" y="1208713"/>
                  </a:lnTo>
                  <a:cubicBezTo>
                    <a:pt x="203200" y="1225189"/>
                    <a:pt x="197708" y="1241437"/>
                    <a:pt x="197708" y="1258140"/>
                  </a:cubicBezTo>
                  <a:cubicBezTo>
                    <a:pt x="197708" y="1262627"/>
                    <a:pt x="205689" y="1319537"/>
                    <a:pt x="214184" y="1332280"/>
                  </a:cubicBezTo>
                  <a:cubicBezTo>
                    <a:pt x="220646" y="1341973"/>
                    <a:pt x="231439" y="1348044"/>
                    <a:pt x="238897" y="1356994"/>
                  </a:cubicBezTo>
                  <a:cubicBezTo>
                    <a:pt x="296242" y="1425808"/>
                    <a:pt x="207886" y="1334218"/>
                    <a:pt x="280086" y="1406421"/>
                  </a:cubicBezTo>
                  <a:cubicBezTo>
                    <a:pt x="282832" y="1414659"/>
                    <a:pt x="282900" y="1424354"/>
                    <a:pt x="288324" y="1431134"/>
                  </a:cubicBezTo>
                  <a:cubicBezTo>
                    <a:pt x="294509" y="1438865"/>
                    <a:pt x="303991" y="1443589"/>
                    <a:pt x="313038" y="1447610"/>
                  </a:cubicBezTo>
                  <a:cubicBezTo>
                    <a:pt x="338824" y="1459071"/>
                    <a:pt x="368030" y="1465477"/>
                    <a:pt x="395416" y="1472324"/>
                  </a:cubicBezTo>
                  <a:cubicBezTo>
                    <a:pt x="493833" y="1458264"/>
                    <a:pt x="420281" y="1472281"/>
                    <a:pt x="477794" y="1455848"/>
                  </a:cubicBezTo>
                  <a:cubicBezTo>
                    <a:pt x="490115" y="1452328"/>
                    <a:pt x="522288" y="1445957"/>
                    <a:pt x="535459" y="1439372"/>
                  </a:cubicBezTo>
                  <a:cubicBezTo>
                    <a:pt x="544314" y="1434944"/>
                    <a:pt x="551935" y="1428389"/>
                    <a:pt x="560173" y="1422897"/>
                  </a:cubicBezTo>
                  <a:cubicBezTo>
                    <a:pt x="565665" y="1414659"/>
                    <a:pt x="572220" y="1407038"/>
                    <a:pt x="576648" y="1398183"/>
                  </a:cubicBezTo>
                  <a:cubicBezTo>
                    <a:pt x="580531" y="1390416"/>
                    <a:pt x="580669" y="1381061"/>
                    <a:pt x="584886" y="1373470"/>
                  </a:cubicBezTo>
                  <a:cubicBezTo>
                    <a:pt x="594503" y="1356161"/>
                    <a:pt x="606854" y="1340519"/>
                    <a:pt x="617838" y="1324043"/>
                  </a:cubicBezTo>
                  <a:lnTo>
                    <a:pt x="634313" y="1299329"/>
                  </a:lnTo>
                  <a:lnTo>
                    <a:pt x="650789" y="1274616"/>
                  </a:lnTo>
                  <a:cubicBezTo>
                    <a:pt x="656281" y="1258140"/>
                    <a:pt x="668597" y="1242505"/>
                    <a:pt x="667265" y="1225189"/>
                  </a:cubicBezTo>
                  <a:cubicBezTo>
                    <a:pt x="658361" y="1109439"/>
                    <a:pt x="670349" y="1152063"/>
                    <a:pt x="650789" y="1093383"/>
                  </a:cubicBezTo>
                  <a:cubicBezTo>
                    <a:pt x="653535" y="1063178"/>
                    <a:pt x="654738" y="1032792"/>
                    <a:pt x="659027" y="1002767"/>
                  </a:cubicBezTo>
                  <a:cubicBezTo>
                    <a:pt x="660255" y="994171"/>
                    <a:pt x="662448" y="985278"/>
                    <a:pt x="667265" y="978053"/>
                  </a:cubicBezTo>
                  <a:cubicBezTo>
                    <a:pt x="673727" y="968360"/>
                    <a:pt x="683028" y="960798"/>
                    <a:pt x="691978" y="953340"/>
                  </a:cubicBezTo>
                  <a:cubicBezTo>
                    <a:pt x="699584" y="947002"/>
                    <a:pt x="707644" y="940885"/>
                    <a:pt x="716692" y="936864"/>
                  </a:cubicBezTo>
                  <a:cubicBezTo>
                    <a:pt x="791710" y="903523"/>
                    <a:pt x="845760" y="916596"/>
                    <a:pt x="939113" y="912151"/>
                  </a:cubicBezTo>
                  <a:cubicBezTo>
                    <a:pt x="1001235" y="891444"/>
                    <a:pt x="927068" y="921786"/>
                    <a:pt x="980302" y="879199"/>
                  </a:cubicBezTo>
                  <a:cubicBezTo>
                    <a:pt x="987083" y="873774"/>
                    <a:pt x="996778" y="873708"/>
                    <a:pt x="1005016" y="870962"/>
                  </a:cubicBezTo>
                  <a:cubicBezTo>
                    <a:pt x="1013254" y="865470"/>
                    <a:pt x="1020874" y="858914"/>
                    <a:pt x="1029729" y="854486"/>
                  </a:cubicBezTo>
                  <a:cubicBezTo>
                    <a:pt x="1037496" y="850603"/>
                    <a:pt x="1046065" y="848533"/>
                    <a:pt x="1054443" y="846248"/>
                  </a:cubicBezTo>
                  <a:cubicBezTo>
                    <a:pt x="1128255" y="826117"/>
                    <a:pt x="1133074" y="825278"/>
                    <a:pt x="1219200" y="821534"/>
                  </a:cubicBezTo>
                  <a:cubicBezTo>
                    <a:pt x="1312514" y="817477"/>
                    <a:pt x="1405924" y="816043"/>
                    <a:pt x="1499286" y="813297"/>
                  </a:cubicBezTo>
                  <a:cubicBezTo>
                    <a:pt x="1554205" y="816043"/>
                    <a:pt x="1609231" y="817149"/>
                    <a:pt x="1664043" y="821534"/>
                  </a:cubicBezTo>
                  <a:cubicBezTo>
                    <a:pt x="1678000" y="822651"/>
                    <a:pt x="1691456" y="827267"/>
                    <a:pt x="1705232" y="829772"/>
                  </a:cubicBezTo>
                  <a:cubicBezTo>
                    <a:pt x="1721666" y="832760"/>
                    <a:pt x="1738354" y="834387"/>
                    <a:pt x="1754659" y="838010"/>
                  </a:cubicBezTo>
                  <a:cubicBezTo>
                    <a:pt x="1850152" y="859231"/>
                    <a:pt x="1678150" y="830750"/>
                    <a:pt x="1820562" y="854486"/>
                  </a:cubicBezTo>
                  <a:cubicBezTo>
                    <a:pt x="1839715" y="857678"/>
                    <a:pt x="1859123" y="859251"/>
                    <a:pt x="1878227" y="862724"/>
                  </a:cubicBezTo>
                  <a:cubicBezTo>
                    <a:pt x="1889366" y="864749"/>
                    <a:pt x="1899918" y="869777"/>
                    <a:pt x="1911178" y="870962"/>
                  </a:cubicBezTo>
                  <a:cubicBezTo>
                    <a:pt x="1952232" y="875283"/>
                    <a:pt x="1993593" y="875950"/>
                    <a:pt x="2034746" y="879199"/>
                  </a:cubicBezTo>
                  <a:lnTo>
                    <a:pt x="2224216" y="895675"/>
                  </a:lnTo>
                  <a:cubicBezTo>
                    <a:pt x="2316891" y="918844"/>
                    <a:pt x="2267588" y="909898"/>
                    <a:pt x="2372497" y="920389"/>
                  </a:cubicBezTo>
                  <a:cubicBezTo>
                    <a:pt x="2458233" y="941821"/>
                    <a:pt x="2397889" y="928426"/>
                    <a:pt x="2570205" y="945102"/>
                  </a:cubicBezTo>
                  <a:lnTo>
                    <a:pt x="2660821" y="953340"/>
                  </a:lnTo>
                  <a:cubicBezTo>
                    <a:pt x="2755017" y="949058"/>
                    <a:pt x="2807607" y="977926"/>
                    <a:pt x="2866767" y="928626"/>
                  </a:cubicBezTo>
                  <a:cubicBezTo>
                    <a:pt x="2875717" y="921168"/>
                    <a:pt x="2883243" y="912151"/>
                    <a:pt x="2891481" y="903913"/>
                  </a:cubicBezTo>
                  <a:cubicBezTo>
                    <a:pt x="2912188" y="841793"/>
                    <a:pt x="2884256" y="918364"/>
                    <a:pt x="2916194" y="854486"/>
                  </a:cubicBezTo>
                  <a:cubicBezTo>
                    <a:pt x="2920077" y="846719"/>
                    <a:pt x="2921011" y="837753"/>
                    <a:pt x="2924432" y="829772"/>
                  </a:cubicBezTo>
                  <a:cubicBezTo>
                    <a:pt x="2954971" y="758515"/>
                    <a:pt x="2929826" y="830066"/>
                    <a:pt x="2949146" y="772107"/>
                  </a:cubicBezTo>
                  <a:cubicBezTo>
                    <a:pt x="2946400" y="725426"/>
                    <a:pt x="2945342" y="678615"/>
                    <a:pt x="2940908" y="632064"/>
                  </a:cubicBezTo>
                  <a:cubicBezTo>
                    <a:pt x="2939835" y="620793"/>
                    <a:pt x="2937733" y="609239"/>
                    <a:pt x="2932670" y="599113"/>
                  </a:cubicBezTo>
                  <a:cubicBezTo>
                    <a:pt x="2926530" y="586833"/>
                    <a:pt x="2915936" y="577334"/>
                    <a:pt x="2907956" y="566162"/>
                  </a:cubicBezTo>
                  <a:cubicBezTo>
                    <a:pt x="2902201" y="558105"/>
                    <a:pt x="2895909" y="550303"/>
                    <a:pt x="2891481" y="541448"/>
                  </a:cubicBezTo>
                  <a:cubicBezTo>
                    <a:pt x="2887598" y="533681"/>
                    <a:pt x="2887460" y="524325"/>
                    <a:pt x="2883243" y="516734"/>
                  </a:cubicBezTo>
                  <a:cubicBezTo>
                    <a:pt x="2873627" y="499425"/>
                    <a:pt x="2861276" y="483783"/>
                    <a:pt x="2850292" y="467307"/>
                  </a:cubicBezTo>
                  <a:lnTo>
                    <a:pt x="2833816" y="442594"/>
                  </a:lnTo>
                  <a:cubicBezTo>
                    <a:pt x="2828324" y="434356"/>
                    <a:pt x="2824341" y="424881"/>
                    <a:pt x="2817340" y="417880"/>
                  </a:cubicBezTo>
                  <a:cubicBezTo>
                    <a:pt x="2796016" y="396556"/>
                    <a:pt x="2772761" y="370070"/>
                    <a:pt x="2743200" y="360216"/>
                  </a:cubicBezTo>
                  <a:lnTo>
                    <a:pt x="2718486" y="351978"/>
                  </a:lnTo>
                  <a:cubicBezTo>
                    <a:pt x="2696519" y="354724"/>
                    <a:pt x="2674421" y="356577"/>
                    <a:pt x="2652584" y="360216"/>
                  </a:cubicBezTo>
                  <a:cubicBezTo>
                    <a:pt x="2641416" y="362077"/>
                    <a:pt x="2630954" y="368453"/>
                    <a:pt x="2619632" y="368453"/>
                  </a:cubicBezTo>
                  <a:cubicBezTo>
                    <a:pt x="2556416" y="368453"/>
                    <a:pt x="2493319" y="362962"/>
                    <a:pt x="2430162" y="360216"/>
                  </a:cubicBezTo>
                  <a:cubicBezTo>
                    <a:pt x="2388973" y="362962"/>
                    <a:pt x="2347460" y="362615"/>
                    <a:pt x="2306594" y="368453"/>
                  </a:cubicBezTo>
                  <a:cubicBezTo>
                    <a:pt x="2289402" y="370909"/>
                    <a:pt x="2273643" y="379437"/>
                    <a:pt x="2257167" y="384929"/>
                  </a:cubicBezTo>
                  <a:cubicBezTo>
                    <a:pt x="2248929" y="387675"/>
                    <a:pt x="2239679" y="388350"/>
                    <a:pt x="2232454" y="393167"/>
                  </a:cubicBezTo>
                  <a:cubicBezTo>
                    <a:pt x="2224216" y="398659"/>
                    <a:pt x="2216840" y="405743"/>
                    <a:pt x="2207740" y="409643"/>
                  </a:cubicBezTo>
                  <a:cubicBezTo>
                    <a:pt x="2182773" y="420343"/>
                    <a:pt x="2115523" y="424465"/>
                    <a:pt x="2100648" y="426118"/>
                  </a:cubicBezTo>
                  <a:cubicBezTo>
                    <a:pt x="2089664" y="428864"/>
                    <a:pt x="2078583" y="431246"/>
                    <a:pt x="2067697" y="434356"/>
                  </a:cubicBezTo>
                  <a:cubicBezTo>
                    <a:pt x="2059348" y="436742"/>
                    <a:pt x="2051527" y="441041"/>
                    <a:pt x="2042984" y="442594"/>
                  </a:cubicBezTo>
                  <a:cubicBezTo>
                    <a:pt x="2006985" y="449139"/>
                    <a:pt x="1916929" y="456301"/>
                    <a:pt x="1886465" y="459070"/>
                  </a:cubicBezTo>
                  <a:cubicBezTo>
                    <a:pt x="1845276" y="456324"/>
                    <a:pt x="1803616" y="457619"/>
                    <a:pt x="1762897" y="450832"/>
                  </a:cubicBezTo>
                  <a:cubicBezTo>
                    <a:pt x="1753131" y="449204"/>
                    <a:pt x="1745790" y="440694"/>
                    <a:pt x="1738184" y="434356"/>
                  </a:cubicBezTo>
                  <a:cubicBezTo>
                    <a:pt x="1674760" y="381503"/>
                    <a:pt x="1750111" y="434070"/>
                    <a:pt x="1688756" y="393167"/>
                  </a:cubicBezTo>
                  <a:cubicBezTo>
                    <a:pt x="1677772" y="376691"/>
                    <a:pt x="1667686" y="359581"/>
                    <a:pt x="1655805" y="343740"/>
                  </a:cubicBezTo>
                  <a:cubicBezTo>
                    <a:pt x="1637622" y="319496"/>
                    <a:pt x="1629327" y="305200"/>
                    <a:pt x="1606378" y="286075"/>
                  </a:cubicBezTo>
                  <a:cubicBezTo>
                    <a:pt x="1598772" y="279737"/>
                    <a:pt x="1589721" y="275354"/>
                    <a:pt x="1581665" y="269599"/>
                  </a:cubicBezTo>
                  <a:cubicBezTo>
                    <a:pt x="1570493" y="261619"/>
                    <a:pt x="1559961" y="252759"/>
                    <a:pt x="1548713" y="244886"/>
                  </a:cubicBezTo>
                  <a:cubicBezTo>
                    <a:pt x="1494223" y="206743"/>
                    <a:pt x="1516005" y="216113"/>
                    <a:pt x="1466335" y="203697"/>
                  </a:cubicBezTo>
                  <a:cubicBezTo>
                    <a:pt x="1390452" y="165755"/>
                    <a:pt x="1434017" y="185827"/>
                    <a:pt x="1334529" y="146032"/>
                  </a:cubicBezTo>
                  <a:cubicBezTo>
                    <a:pt x="1320799" y="140540"/>
                    <a:pt x="1307926" y="131987"/>
                    <a:pt x="1293340" y="129556"/>
                  </a:cubicBezTo>
                  <a:cubicBezTo>
                    <a:pt x="1233799" y="119632"/>
                    <a:pt x="1248478" y="123991"/>
                    <a:pt x="1186248" y="104843"/>
                  </a:cubicBezTo>
                  <a:cubicBezTo>
                    <a:pt x="991972" y="45066"/>
                    <a:pt x="1278023" y="127787"/>
                    <a:pt x="1087394" y="80129"/>
                  </a:cubicBezTo>
                  <a:cubicBezTo>
                    <a:pt x="1070546" y="75917"/>
                    <a:pt x="1054920" y="67420"/>
                    <a:pt x="1037967" y="63653"/>
                  </a:cubicBezTo>
                  <a:cubicBezTo>
                    <a:pt x="925882" y="38745"/>
                    <a:pt x="966557" y="54498"/>
                    <a:pt x="873211" y="38940"/>
                  </a:cubicBezTo>
                  <a:cubicBezTo>
                    <a:pt x="862043" y="37079"/>
                    <a:pt x="851449" y="32424"/>
                    <a:pt x="840259" y="30702"/>
                  </a:cubicBezTo>
                  <a:cubicBezTo>
                    <a:pt x="815683" y="26921"/>
                    <a:pt x="790832" y="25210"/>
                    <a:pt x="766119" y="22464"/>
                  </a:cubicBezTo>
                  <a:cubicBezTo>
                    <a:pt x="611960" y="-16076"/>
                    <a:pt x="698570" y="2506"/>
                    <a:pt x="345989" y="22464"/>
                  </a:cubicBezTo>
                  <a:cubicBezTo>
                    <a:pt x="308720" y="24574"/>
                    <a:pt x="275732" y="52826"/>
                    <a:pt x="247135" y="71891"/>
                  </a:cubicBezTo>
                  <a:lnTo>
                    <a:pt x="172994" y="121318"/>
                  </a:lnTo>
                  <a:lnTo>
                    <a:pt x="148281" y="137794"/>
                  </a:lnTo>
                  <a:cubicBezTo>
                    <a:pt x="121283" y="155793"/>
                    <a:pt x="107092" y="158388"/>
                    <a:pt x="98854" y="16250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4833845" y="435644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736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contradiction: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Definitely,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so,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∅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67" y="3443588"/>
                <a:ext cx="3550505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257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790950" y="3851577"/>
            <a:ext cx="4776400" cy="2219325"/>
            <a:chOff x="3790950" y="3851577"/>
            <a:chExt cx="4776400" cy="2219325"/>
          </a:xfrm>
        </p:grpSpPr>
        <p:grpSp>
          <p:nvGrpSpPr>
            <p:cNvPr id="10" name="Group 9"/>
            <p:cNvGrpSpPr/>
            <p:nvPr/>
          </p:nvGrpSpPr>
          <p:grpSpPr>
            <a:xfrm>
              <a:off x="3790950" y="3851577"/>
              <a:ext cx="4610100" cy="2219325"/>
              <a:chOff x="3790950" y="3851577"/>
              <a:chExt cx="4610100" cy="221932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0950" y="3851577"/>
                <a:ext cx="4610100" cy="2219325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7458669" y="4985306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7339223" y="3902030"/>
                <a:ext cx="457244" cy="442201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Freeform 11"/>
            <p:cNvSpPr/>
            <p:nvPr/>
          </p:nvSpPr>
          <p:spPr>
            <a:xfrm>
              <a:off x="5593491" y="4014076"/>
              <a:ext cx="2973859" cy="1472324"/>
            </a:xfrm>
            <a:custGeom>
              <a:avLst/>
              <a:gdLst>
                <a:gd name="connsiteX0" fmla="*/ 98854 w 2949146"/>
                <a:gd name="connsiteY0" fmla="*/ 162507 h 1472324"/>
                <a:gd name="connsiteX1" fmla="*/ 98854 w 2949146"/>
                <a:gd name="connsiteY1" fmla="*/ 162507 h 1472324"/>
                <a:gd name="connsiteX2" fmla="*/ 90616 w 2949146"/>
                <a:gd name="connsiteY2" fmla="*/ 302551 h 1472324"/>
                <a:gd name="connsiteX3" fmla="*/ 74140 w 2949146"/>
                <a:gd name="connsiteY3" fmla="*/ 327264 h 1472324"/>
                <a:gd name="connsiteX4" fmla="*/ 24713 w 2949146"/>
                <a:gd name="connsiteY4" fmla="*/ 368453 h 1472324"/>
                <a:gd name="connsiteX5" fmla="*/ 0 w 2949146"/>
                <a:gd name="connsiteY5" fmla="*/ 393167 h 1472324"/>
                <a:gd name="connsiteX6" fmla="*/ 41189 w 2949146"/>
                <a:gd name="connsiteY6" fmla="*/ 426118 h 1472324"/>
                <a:gd name="connsiteX7" fmla="*/ 57665 w 2949146"/>
                <a:gd name="connsiteY7" fmla="*/ 450832 h 1472324"/>
                <a:gd name="connsiteX8" fmla="*/ 107092 w 2949146"/>
                <a:gd name="connsiteY8" fmla="*/ 500259 h 1472324"/>
                <a:gd name="connsiteX9" fmla="*/ 140043 w 2949146"/>
                <a:gd name="connsiteY9" fmla="*/ 549686 h 1472324"/>
                <a:gd name="connsiteX10" fmla="*/ 156519 w 2949146"/>
                <a:gd name="connsiteY10" fmla="*/ 574399 h 1472324"/>
                <a:gd name="connsiteX11" fmla="*/ 164756 w 2949146"/>
                <a:gd name="connsiteY11" fmla="*/ 599113 h 1472324"/>
                <a:gd name="connsiteX12" fmla="*/ 189470 w 2949146"/>
                <a:gd name="connsiteY12" fmla="*/ 623826 h 1472324"/>
                <a:gd name="connsiteX13" fmla="*/ 205946 w 2949146"/>
                <a:gd name="connsiteY13" fmla="*/ 648540 h 1472324"/>
                <a:gd name="connsiteX14" fmla="*/ 230659 w 2949146"/>
                <a:gd name="connsiteY14" fmla="*/ 673253 h 1472324"/>
                <a:gd name="connsiteX15" fmla="*/ 247135 w 2949146"/>
                <a:gd name="connsiteY15" fmla="*/ 697967 h 1472324"/>
                <a:gd name="connsiteX16" fmla="*/ 263611 w 2949146"/>
                <a:gd name="connsiteY16" fmla="*/ 747394 h 1472324"/>
                <a:gd name="connsiteX17" fmla="*/ 238897 w 2949146"/>
                <a:gd name="connsiteY17" fmla="*/ 1134572 h 1472324"/>
                <a:gd name="connsiteX18" fmla="*/ 222421 w 2949146"/>
                <a:gd name="connsiteY18" fmla="*/ 1183999 h 1472324"/>
                <a:gd name="connsiteX19" fmla="*/ 205946 w 2949146"/>
                <a:gd name="connsiteY19" fmla="*/ 1208713 h 1472324"/>
                <a:gd name="connsiteX20" fmla="*/ 197708 w 2949146"/>
                <a:gd name="connsiteY20" fmla="*/ 1258140 h 1472324"/>
                <a:gd name="connsiteX21" fmla="*/ 214184 w 2949146"/>
                <a:gd name="connsiteY21" fmla="*/ 1332280 h 1472324"/>
                <a:gd name="connsiteX22" fmla="*/ 238897 w 2949146"/>
                <a:gd name="connsiteY22" fmla="*/ 1356994 h 1472324"/>
                <a:gd name="connsiteX23" fmla="*/ 280086 w 2949146"/>
                <a:gd name="connsiteY23" fmla="*/ 1406421 h 1472324"/>
                <a:gd name="connsiteX24" fmla="*/ 288324 w 2949146"/>
                <a:gd name="connsiteY24" fmla="*/ 1431134 h 1472324"/>
                <a:gd name="connsiteX25" fmla="*/ 313038 w 2949146"/>
                <a:gd name="connsiteY25" fmla="*/ 1447610 h 1472324"/>
                <a:gd name="connsiteX26" fmla="*/ 395416 w 2949146"/>
                <a:gd name="connsiteY26" fmla="*/ 1472324 h 1472324"/>
                <a:gd name="connsiteX27" fmla="*/ 477794 w 2949146"/>
                <a:gd name="connsiteY27" fmla="*/ 1455848 h 1472324"/>
                <a:gd name="connsiteX28" fmla="*/ 535459 w 2949146"/>
                <a:gd name="connsiteY28" fmla="*/ 1439372 h 1472324"/>
                <a:gd name="connsiteX29" fmla="*/ 560173 w 2949146"/>
                <a:gd name="connsiteY29" fmla="*/ 1422897 h 1472324"/>
                <a:gd name="connsiteX30" fmla="*/ 576648 w 2949146"/>
                <a:gd name="connsiteY30" fmla="*/ 1398183 h 1472324"/>
                <a:gd name="connsiteX31" fmla="*/ 584886 w 2949146"/>
                <a:gd name="connsiteY31" fmla="*/ 1373470 h 1472324"/>
                <a:gd name="connsiteX32" fmla="*/ 617838 w 2949146"/>
                <a:gd name="connsiteY32" fmla="*/ 1324043 h 1472324"/>
                <a:gd name="connsiteX33" fmla="*/ 634313 w 2949146"/>
                <a:gd name="connsiteY33" fmla="*/ 1299329 h 1472324"/>
                <a:gd name="connsiteX34" fmla="*/ 650789 w 2949146"/>
                <a:gd name="connsiteY34" fmla="*/ 1274616 h 1472324"/>
                <a:gd name="connsiteX35" fmla="*/ 667265 w 2949146"/>
                <a:gd name="connsiteY35" fmla="*/ 1225189 h 1472324"/>
                <a:gd name="connsiteX36" fmla="*/ 650789 w 2949146"/>
                <a:gd name="connsiteY36" fmla="*/ 1093383 h 1472324"/>
                <a:gd name="connsiteX37" fmla="*/ 659027 w 2949146"/>
                <a:gd name="connsiteY37" fmla="*/ 1002767 h 1472324"/>
                <a:gd name="connsiteX38" fmla="*/ 667265 w 2949146"/>
                <a:gd name="connsiteY38" fmla="*/ 978053 h 1472324"/>
                <a:gd name="connsiteX39" fmla="*/ 691978 w 2949146"/>
                <a:gd name="connsiteY39" fmla="*/ 953340 h 1472324"/>
                <a:gd name="connsiteX40" fmla="*/ 716692 w 2949146"/>
                <a:gd name="connsiteY40" fmla="*/ 936864 h 1472324"/>
                <a:gd name="connsiteX41" fmla="*/ 939113 w 2949146"/>
                <a:gd name="connsiteY41" fmla="*/ 912151 h 1472324"/>
                <a:gd name="connsiteX42" fmla="*/ 980302 w 2949146"/>
                <a:gd name="connsiteY42" fmla="*/ 879199 h 1472324"/>
                <a:gd name="connsiteX43" fmla="*/ 1005016 w 2949146"/>
                <a:gd name="connsiteY43" fmla="*/ 870962 h 1472324"/>
                <a:gd name="connsiteX44" fmla="*/ 1029729 w 2949146"/>
                <a:gd name="connsiteY44" fmla="*/ 854486 h 1472324"/>
                <a:gd name="connsiteX45" fmla="*/ 1054443 w 2949146"/>
                <a:gd name="connsiteY45" fmla="*/ 846248 h 1472324"/>
                <a:gd name="connsiteX46" fmla="*/ 1219200 w 2949146"/>
                <a:gd name="connsiteY46" fmla="*/ 821534 h 1472324"/>
                <a:gd name="connsiteX47" fmla="*/ 1499286 w 2949146"/>
                <a:gd name="connsiteY47" fmla="*/ 813297 h 1472324"/>
                <a:gd name="connsiteX48" fmla="*/ 1664043 w 2949146"/>
                <a:gd name="connsiteY48" fmla="*/ 821534 h 1472324"/>
                <a:gd name="connsiteX49" fmla="*/ 1705232 w 2949146"/>
                <a:gd name="connsiteY49" fmla="*/ 829772 h 1472324"/>
                <a:gd name="connsiteX50" fmla="*/ 1754659 w 2949146"/>
                <a:gd name="connsiteY50" fmla="*/ 838010 h 1472324"/>
                <a:gd name="connsiteX51" fmla="*/ 1820562 w 2949146"/>
                <a:gd name="connsiteY51" fmla="*/ 854486 h 1472324"/>
                <a:gd name="connsiteX52" fmla="*/ 1878227 w 2949146"/>
                <a:gd name="connsiteY52" fmla="*/ 862724 h 1472324"/>
                <a:gd name="connsiteX53" fmla="*/ 1911178 w 2949146"/>
                <a:gd name="connsiteY53" fmla="*/ 870962 h 1472324"/>
                <a:gd name="connsiteX54" fmla="*/ 2034746 w 2949146"/>
                <a:gd name="connsiteY54" fmla="*/ 879199 h 1472324"/>
                <a:gd name="connsiteX55" fmla="*/ 2224216 w 2949146"/>
                <a:gd name="connsiteY55" fmla="*/ 895675 h 1472324"/>
                <a:gd name="connsiteX56" fmla="*/ 2372497 w 2949146"/>
                <a:gd name="connsiteY56" fmla="*/ 920389 h 1472324"/>
                <a:gd name="connsiteX57" fmla="*/ 2570205 w 2949146"/>
                <a:gd name="connsiteY57" fmla="*/ 945102 h 1472324"/>
                <a:gd name="connsiteX58" fmla="*/ 2660821 w 2949146"/>
                <a:gd name="connsiteY58" fmla="*/ 953340 h 1472324"/>
                <a:gd name="connsiteX59" fmla="*/ 2866767 w 2949146"/>
                <a:gd name="connsiteY59" fmla="*/ 928626 h 1472324"/>
                <a:gd name="connsiteX60" fmla="*/ 2891481 w 2949146"/>
                <a:gd name="connsiteY60" fmla="*/ 903913 h 1472324"/>
                <a:gd name="connsiteX61" fmla="*/ 2916194 w 2949146"/>
                <a:gd name="connsiteY61" fmla="*/ 854486 h 1472324"/>
                <a:gd name="connsiteX62" fmla="*/ 2924432 w 2949146"/>
                <a:gd name="connsiteY62" fmla="*/ 829772 h 1472324"/>
                <a:gd name="connsiteX63" fmla="*/ 2949146 w 2949146"/>
                <a:gd name="connsiteY63" fmla="*/ 772107 h 1472324"/>
                <a:gd name="connsiteX64" fmla="*/ 2940908 w 2949146"/>
                <a:gd name="connsiteY64" fmla="*/ 632064 h 1472324"/>
                <a:gd name="connsiteX65" fmla="*/ 2932670 w 2949146"/>
                <a:gd name="connsiteY65" fmla="*/ 599113 h 1472324"/>
                <a:gd name="connsiteX66" fmla="*/ 2907956 w 2949146"/>
                <a:gd name="connsiteY66" fmla="*/ 566162 h 1472324"/>
                <a:gd name="connsiteX67" fmla="*/ 2891481 w 2949146"/>
                <a:gd name="connsiteY67" fmla="*/ 541448 h 1472324"/>
                <a:gd name="connsiteX68" fmla="*/ 2883243 w 2949146"/>
                <a:gd name="connsiteY68" fmla="*/ 516734 h 1472324"/>
                <a:gd name="connsiteX69" fmla="*/ 2850292 w 2949146"/>
                <a:gd name="connsiteY69" fmla="*/ 467307 h 1472324"/>
                <a:gd name="connsiteX70" fmla="*/ 2833816 w 2949146"/>
                <a:gd name="connsiteY70" fmla="*/ 442594 h 1472324"/>
                <a:gd name="connsiteX71" fmla="*/ 2817340 w 2949146"/>
                <a:gd name="connsiteY71" fmla="*/ 417880 h 1472324"/>
                <a:gd name="connsiteX72" fmla="*/ 2743200 w 2949146"/>
                <a:gd name="connsiteY72" fmla="*/ 360216 h 1472324"/>
                <a:gd name="connsiteX73" fmla="*/ 2718486 w 2949146"/>
                <a:gd name="connsiteY73" fmla="*/ 351978 h 1472324"/>
                <a:gd name="connsiteX74" fmla="*/ 2652584 w 2949146"/>
                <a:gd name="connsiteY74" fmla="*/ 360216 h 1472324"/>
                <a:gd name="connsiteX75" fmla="*/ 2619632 w 2949146"/>
                <a:gd name="connsiteY75" fmla="*/ 368453 h 1472324"/>
                <a:gd name="connsiteX76" fmla="*/ 2430162 w 2949146"/>
                <a:gd name="connsiteY76" fmla="*/ 360216 h 1472324"/>
                <a:gd name="connsiteX77" fmla="*/ 2306594 w 2949146"/>
                <a:gd name="connsiteY77" fmla="*/ 368453 h 1472324"/>
                <a:gd name="connsiteX78" fmla="*/ 2257167 w 2949146"/>
                <a:gd name="connsiteY78" fmla="*/ 384929 h 1472324"/>
                <a:gd name="connsiteX79" fmla="*/ 2232454 w 2949146"/>
                <a:gd name="connsiteY79" fmla="*/ 393167 h 1472324"/>
                <a:gd name="connsiteX80" fmla="*/ 2207740 w 2949146"/>
                <a:gd name="connsiteY80" fmla="*/ 409643 h 1472324"/>
                <a:gd name="connsiteX81" fmla="*/ 2100648 w 2949146"/>
                <a:gd name="connsiteY81" fmla="*/ 426118 h 1472324"/>
                <a:gd name="connsiteX82" fmla="*/ 2067697 w 2949146"/>
                <a:gd name="connsiteY82" fmla="*/ 434356 h 1472324"/>
                <a:gd name="connsiteX83" fmla="*/ 2042984 w 2949146"/>
                <a:gd name="connsiteY83" fmla="*/ 442594 h 1472324"/>
                <a:gd name="connsiteX84" fmla="*/ 1886465 w 2949146"/>
                <a:gd name="connsiteY84" fmla="*/ 459070 h 1472324"/>
                <a:gd name="connsiteX85" fmla="*/ 1762897 w 2949146"/>
                <a:gd name="connsiteY85" fmla="*/ 450832 h 1472324"/>
                <a:gd name="connsiteX86" fmla="*/ 1738184 w 2949146"/>
                <a:gd name="connsiteY86" fmla="*/ 434356 h 1472324"/>
                <a:gd name="connsiteX87" fmla="*/ 1688756 w 2949146"/>
                <a:gd name="connsiteY87" fmla="*/ 393167 h 1472324"/>
                <a:gd name="connsiteX88" fmla="*/ 1655805 w 2949146"/>
                <a:gd name="connsiteY88" fmla="*/ 343740 h 1472324"/>
                <a:gd name="connsiteX89" fmla="*/ 1606378 w 2949146"/>
                <a:gd name="connsiteY89" fmla="*/ 286075 h 1472324"/>
                <a:gd name="connsiteX90" fmla="*/ 1581665 w 2949146"/>
                <a:gd name="connsiteY90" fmla="*/ 269599 h 1472324"/>
                <a:gd name="connsiteX91" fmla="*/ 1548713 w 2949146"/>
                <a:gd name="connsiteY91" fmla="*/ 244886 h 1472324"/>
                <a:gd name="connsiteX92" fmla="*/ 1466335 w 2949146"/>
                <a:gd name="connsiteY92" fmla="*/ 203697 h 1472324"/>
                <a:gd name="connsiteX93" fmla="*/ 1334529 w 2949146"/>
                <a:gd name="connsiteY93" fmla="*/ 146032 h 1472324"/>
                <a:gd name="connsiteX94" fmla="*/ 1293340 w 2949146"/>
                <a:gd name="connsiteY94" fmla="*/ 129556 h 1472324"/>
                <a:gd name="connsiteX95" fmla="*/ 1186248 w 2949146"/>
                <a:gd name="connsiteY95" fmla="*/ 104843 h 1472324"/>
                <a:gd name="connsiteX96" fmla="*/ 1087394 w 2949146"/>
                <a:gd name="connsiteY96" fmla="*/ 80129 h 1472324"/>
                <a:gd name="connsiteX97" fmla="*/ 1037967 w 2949146"/>
                <a:gd name="connsiteY97" fmla="*/ 63653 h 1472324"/>
                <a:gd name="connsiteX98" fmla="*/ 873211 w 2949146"/>
                <a:gd name="connsiteY98" fmla="*/ 38940 h 1472324"/>
                <a:gd name="connsiteX99" fmla="*/ 840259 w 2949146"/>
                <a:gd name="connsiteY99" fmla="*/ 30702 h 1472324"/>
                <a:gd name="connsiteX100" fmla="*/ 766119 w 2949146"/>
                <a:gd name="connsiteY100" fmla="*/ 22464 h 1472324"/>
                <a:gd name="connsiteX101" fmla="*/ 345989 w 2949146"/>
                <a:gd name="connsiteY101" fmla="*/ 22464 h 1472324"/>
                <a:gd name="connsiteX102" fmla="*/ 247135 w 2949146"/>
                <a:gd name="connsiteY102" fmla="*/ 71891 h 1472324"/>
                <a:gd name="connsiteX103" fmla="*/ 172994 w 2949146"/>
                <a:gd name="connsiteY103" fmla="*/ 121318 h 1472324"/>
                <a:gd name="connsiteX104" fmla="*/ 148281 w 2949146"/>
                <a:gd name="connsiteY104" fmla="*/ 137794 h 1472324"/>
                <a:gd name="connsiteX105" fmla="*/ 98854 w 2949146"/>
                <a:gd name="connsiteY105" fmla="*/ 162507 h 147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49146" h="1472324">
                  <a:moveTo>
                    <a:pt x="98854" y="162507"/>
                  </a:moveTo>
                  <a:lnTo>
                    <a:pt x="98854" y="162507"/>
                  </a:lnTo>
                  <a:cubicBezTo>
                    <a:pt x="96108" y="209188"/>
                    <a:pt x="97553" y="256306"/>
                    <a:pt x="90616" y="302551"/>
                  </a:cubicBezTo>
                  <a:cubicBezTo>
                    <a:pt x="89147" y="312342"/>
                    <a:pt x="80478" y="319658"/>
                    <a:pt x="74140" y="327264"/>
                  </a:cubicBezTo>
                  <a:cubicBezTo>
                    <a:pt x="41314" y="366655"/>
                    <a:pt x="60066" y="338993"/>
                    <a:pt x="24713" y="368453"/>
                  </a:cubicBezTo>
                  <a:cubicBezTo>
                    <a:pt x="15763" y="375911"/>
                    <a:pt x="8238" y="384929"/>
                    <a:pt x="0" y="393167"/>
                  </a:cubicBezTo>
                  <a:cubicBezTo>
                    <a:pt x="47214" y="463990"/>
                    <a:pt x="-15654" y="380644"/>
                    <a:pt x="41189" y="426118"/>
                  </a:cubicBezTo>
                  <a:cubicBezTo>
                    <a:pt x="48920" y="432303"/>
                    <a:pt x="51087" y="443432"/>
                    <a:pt x="57665" y="450832"/>
                  </a:cubicBezTo>
                  <a:cubicBezTo>
                    <a:pt x="73145" y="468247"/>
                    <a:pt x="94168" y="480872"/>
                    <a:pt x="107092" y="500259"/>
                  </a:cubicBezTo>
                  <a:lnTo>
                    <a:pt x="140043" y="549686"/>
                  </a:lnTo>
                  <a:lnTo>
                    <a:pt x="156519" y="574399"/>
                  </a:lnTo>
                  <a:cubicBezTo>
                    <a:pt x="159265" y="582637"/>
                    <a:pt x="159939" y="591888"/>
                    <a:pt x="164756" y="599113"/>
                  </a:cubicBezTo>
                  <a:cubicBezTo>
                    <a:pt x="171218" y="608806"/>
                    <a:pt x="182012" y="614876"/>
                    <a:pt x="189470" y="623826"/>
                  </a:cubicBezTo>
                  <a:cubicBezTo>
                    <a:pt x="195808" y="631432"/>
                    <a:pt x="199608" y="640934"/>
                    <a:pt x="205946" y="648540"/>
                  </a:cubicBezTo>
                  <a:cubicBezTo>
                    <a:pt x="213404" y="657490"/>
                    <a:pt x="223201" y="664303"/>
                    <a:pt x="230659" y="673253"/>
                  </a:cubicBezTo>
                  <a:cubicBezTo>
                    <a:pt x="236997" y="680859"/>
                    <a:pt x="243114" y="688920"/>
                    <a:pt x="247135" y="697967"/>
                  </a:cubicBezTo>
                  <a:cubicBezTo>
                    <a:pt x="254188" y="713837"/>
                    <a:pt x="263611" y="747394"/>
                    <a:pt x="263611" y="747394"/>
                  </a:cubicBezTo>
                  <a:cubicBezTo>
                    <a:pt x="254949" y="1102514"/>
                    <a:pt x="290986" y="978306"/>
                    <a:pt x="238897" y="1134572"/>
                  </a:cubicBezTo>
                  <a:cubicBezTo>
                    <a:pt x="238897" y="1134573"/>
                    <a:pt x="222422" y="1183998"/>
                    <a:pt x="222421" y="1183999"/>
                  </a:cubicBezTo>
                  <a:lnTo>
                    <a:pt x="205946" y="1208713"/>
                  </a:lnTo>
                  <a:cubicBezTo>
                    <a:pt x="203200" y="1225189"/>
                    <a:pt x="197708" y="1241437"/>
                    <a:pt x="197708" y="1258140"/>
                  </a:cubicBezTo>
                  <a:cubicBezTo>
                    <a:pt x="197708" y="1262627"/>
                    <a:pt x="205689" y="1319537"/>
                    <a:pt x="214184" y="1332280"/>
                  </a:cubicBezTo>
                  <a:cubicBezTo>
                    <a:pt x="220646" y="1341973"/>
                    <a:pt x="231439" y="1348044"/>
                    <a:pt x="238897" y="1356994"/>
                  </a:cubicBezTo>
                  <a:cubicBezTo>
                    <a:pt x="296242" y="1425808"/>
                    <a:pt x="207886" y="1334218"/>
                    <a:pt x="280086" y="1406421"/>
                  </a:cubicBezTo>
                  <a:cubicBezTo>
                    <a:pt x="282832" y="1414659"/>
                    <a:pt x="282900" y="1424354"/>
                    <a:pt x="288324" y="1431134"/>
                  </a:cubicBezTo>
                  <a:cubicBezTo>
                    <a:pt x="294509" y="1438865"/>
                    <a:pt x="303991" y="1443589"/>
                    <a:pt x="313038" y="1447610"/>
                  </a:cubicBezTo>
                  <a:cubicBezTo>
                    <a:pt x="338824" y="1459071"/>
                    <a:pt x="368030" y="1465477"/>
                    <a:pt x="395416" y="1472324"/>
                  </a:cubicBezTo>
                  <a:cubicBezTo>
                    <a:pt x="493833" y="1458264"/>
                    <a:pt x="420281" y="1472281"/>
                    <a:pt x="477794" y="1455848"/>
                  </a:cubicBezTo>
                  <a:cubicBezTo>
                    <a:pt x="490115" y="1452328"/>
                    <a:pt x="522288" y="1445957"/>
                    <a:pt x="535459" y="1439372"/>
                  </a:cubicBezTo>
                  <a:cubicBezTo>
                    <a:pt x="544314" y="1434944"/>
                    <a:pt x="551935" y="1428389"/>
                    <a:pt x="560173" y="1422897"/>
                  </a:cubicBezTo>
                  <a:cubicBezTo>
                    <a:pt x="565665" y="1414659"/>
                    <a:pt x="572220" y="1407038"/>
                    <a:pt x="576648" y="1398183"/>
                  </a:cubicBezTo>
                  <a:cubicBezTo>
                    <a:pt x="580531" y="1390416"/>
                    <a:pt x="580669" y="1381061"/>
                    <a:pt x="584886" y="1373470"/>
                  </a:cubicBezTo>
                  <a:cubicBezTo>
                    <a:pt x="594503" y="1356161"/>
                    <a:pt x="606854" y="1340519"/>
                    <a:pt x="617838" y="1324043"/>
                  </a:cubicBezTo>
                  <a:lnTo>
                    <a:pt x="634313" y="1299329"/>
                  </a:lnTo>
                  <a:lnTo>
                    <a:pt x="650789" y="1274616"/>
                  </a:lnTo>
                  <a:cubicBezTo>
                    <a:pt x="656281" y="1258140"/>
                    <a:pt x="668597" y="1242505"/>
                    <a:pt x="667265" y="1225189"/>
                  </a:cubicBezTo>
                  <a:cubicBezTo>
                    <a:pt x="658361" y="1109439"/>
                    <a:pt x="670349" y="1152063"/>
                    <a:pt x="650789" y="1093383"/>
                  </a:cubicBezTo>
                  <a:cubicBezTo>
                    <a:pt x="653535" y="1063178"/>
                    <a:pt x="654738" y="1032792"/>
                    <a:pt x="659027" y="1002767"/>
                  </a:cubicBezTo>
                  <a:cubicBezTo>
                    <a:pt x="660255" y="994171"/>
                    <a:pt x="662448" y="985278"/>
                    <a:pt x="667265" y="978053"/>
                  </a:cubicBezTo>
                  <a:cubicBezTo>
                    <a:pt x="673727" y="968360"/>
                    <a:pt x="683028" y="960798"/>
                    <a:pt x="691978" y="953340"/>
                  </a:cubicBezTo>
                  <a:cubicBezTo>
                    <a:pt x="699584" y="947002"/>
                    <a:pt x="707644" y="940885"/>
                    <a:pt x="716692" y="936864"/>
                  </a:cubicBezTo>
                  <a:cubicBezTo>
                    <a:pt x="791710" y="903523"/>
                    <a:pt x="845760" y="916596"/>
                    <a:pt x="939113" y="912151"/>
                  </a:cubicBezTo>
                  <a:cubicBezTo>
                    <a:pt x="1001235" y="891444"/>
                    <a:pt x="927068" y="921786"/>
                    <a:pt x="980302" y="879199"/>
                  </a:cubicBezTo>
                  <a:cubicBezTo>
                    <a:pt x="987083" y="873774"/>
                    <a:pt x="996778" y="873708"/>
                    <a:pt x="1005016" y="870962"/>
                  </a:cubicBezTo>
                  <a:cubicBezTo>
                    <a:pt x="1013254" y="865470"/>
                    <a:pt x="1020874" y="858914"/>
                    <a:pt x="1029729" y="854486"/>
                  </a:cubicBezTo>
                  <a:cubicBezTo>
                    <a:pt x="1037496" y="850603"/>
                    <a:pt x="1046065" y="848533"/>
                    <a:pt x="1054443" y="846248"/>
                  </a:cubicBezTo>
                  <a:cubicBezTo>
                    <a:pt x="1128255" y="826117"/>
                    <a:pt x="1133074" y="825278"/>
                    <a:pt x="1219200" y="821534"/>
                  </a:cubicBezTo>
                  <a:cubicBezTo>
                    <a:pt x="1312514" y="817477"/>
                    <a:pt x="1405924" y="816043"/>
                    <a:pt x="1499286" y="813297"/>
                  </a:cubicBezTo>
                  <a:cubicBezTo>
                    <a:pt x="1554205" y="816043"/>
                    <a:pt x="1609231" y="817149"/>
                    <a:pt x="1664043" y="821534"/>
                  </a:cubicBezTo>
                  <a:cubicBezTo>
                    <a:pt x="1678000" y="822651"/>
                    <a:pt x="1691456" y="827267"/>
                    <a:pt x="1705232" y="829772"/>
                  </a:cubicBezTo>
                  <a:cubicBezTo>
                    <a:pt x="1721666" y="832760"/>
                    <a:pt x="1738354" y="834387"/>
                    <a:pt x="1754659" y="838010"/>
                  </a:cubicBezTo>
                  <a:cubicBezTo>
                    <a:pt x="1850152" y="859231"/>
                    <a:pt x="1678150" y="830750"/>
                    <a:pt x="1820562" y="854486"/>
                  </a:cubicBezTo>
                  <a:cubicBezTo>
                    <a:pt x="1839715" y="857678"/>
                    <a:pt x="1859123" y="859251"/>
                    <a:pt x="1878227" y="862724"/>
                  </a:cubicBezTo>
                  <a:cubicBezTo>
                    <a:pt x="1889366" y="864749"/>
                    <a:pt x="1899918" y="869777"/>
                    <a:pt x="1911178" y="870962"/>
                  </a:cubicBezTo>
                  <a:cubicBezTo>
                    <a:pt x="1952232" y="875283"/>
                    <a:pt x="1993593" y="875950"/>
                    <a:pt x="2034746" y="879199"/>
                  </a:cubicBezTo>
                  <a:lnTo>
                    <a:pt x="2224216" y="895675"/>
                  </a:lnTo>
                  <a:cubicBezTo>
                    <a:pt x="2316891" y="918844"/>
                    <a:pt x="2267588" y="909898"/>
                    <a:pt x="2372497" y="920389"/>
                  </a:cubicBezTo>
                  <a:cubicBezTo>
                    <a:pt x="2458233" y="941821"/>
                    <a:pt x="2397889" y="928426"/>
                    <a:pt x="2570205" y="945102"/>
                  </a:cubicBezTo>
                  <a:lnTo>
                    <a:pt x="2660821" y="953340"/>
                  </a:lnTo>
                  <a:cubicBezTo>
                    <a:pt x="2755017" y="949058"/>
                    <a:pt x="2807607" y="977926"/>
                    <a:pt x="2866767" y="928626"/>
                  </a:cubicBezTo>
                  <a:cubicBezTo>
                    <a:pt x="2875717" y="921168"/>
                    <a:pt x="2883243" y="912151"/>
                    <a:pt x="2891481" y="903913"/>
                  </a:cubicBezTo>
                  <a:cubicBezTo>
                    <a:pt x="2912188" y="841793"/>
                    <a:pt x="2884256" y="918364"/>
                    <a:pt x="2916194" y="854486"/>
                  </a:cubicBezTo>
                  <a:cubicBezTo>
                    <a:pt x="2920077" y="846719"/>
                    <a:pt x="2921011" y="837753"/>
                    <a:pt x="2924432" y="829772"/>
                  </a:cubicBezTo>
                  <a:cubicBezTo>
                    <a:pt x="2954971" y="758515"/>
                    <a:pt x="2929826" y="830066"/>
                    <a:pt x="2949146" y="772107"/>
                  </a:cubicBezTo>
                  <a:cubicBezTo>
                    <a:pt x="2946400" y="725426"/>
                    <a:pt x="2945342" y="678615"/>
                    <a:pt x="2940908" y="632064"/>
                  </a:cubicBezTo>
                  <a:cubicBezTo>
                    <a:pt x="2939835" y="620793"/>
                    <a:pt x="2937733" y="609239"/>
                    <a:pt x="2932670" y="599113"/>
                  </a:cubicBezTo>
                  <a:cubicBezTo>
                    <a:pt x="2926530" y="586833"/>
                    <a:pt x="2915936" y="577334"/>
                    <a:pt x="2907956" y="566162"/>
                  </a:cubicBezTo>
                  <a:cubicBezTo>
                    <a:pt x="2902201" y="558105"/>
                    <a:pt x="2895909" y="550303"/>
                    <a:pt x="2891481" y="541448"/>
                  </a:cubicBezTo>
                  <a:cubicBezTo>
                    <a:pt x="2887598" y="533681"/>
                    <a:pt x="2887460" y="524325"/>
                    <a:pt x="2883243" y="516734"/>
                  </a:cubicBezTo>
                  <a:cubicBezTo>
                    <a:pt x="2873627" y="499425"/>
                    <a:pt x="2861276" y="483783"/>
                    <a:pt x="2850292" y="467307"/>
                  </a:cubicBezTo>
                  <a:lnTo>
                    <a:pt x="2833816" y="442594"/>
                  </a:lnTo>
                  <a:cubicBezTo>
                    <a:pt x="2828324" y="434356"/>
                    <a:pt x="2824341" y="424881"/>
                    <a:pt x="2817340" y="417880"/>
                  </a:cubicBezTo>
                  <a:cubicBezTo>
                    <a:pt x="2796016" y="396556"/>
                    <a:pt x="2772761" y="370070"/>
                    <a:pt x="2743200" y="360216"/>
                  </a:cubicBezTo>
                  <a:lnTo>
                    <a:pt x="2718486" y="351978"/>
                  </a:lnTo>
                  <a:cubicBezTo>
                    <a:pt x="2696519" y="354724"/>
                    <a:pt x="2674421" y="356577"/>
                    <a:pt x="2652584" y="360216"/>
                  </a:cubicBezTo>
                  <a:cubicBezTo>
                    <a:pt x="2641416" y="362077"/>
                    <a:pt x="2630954" y="368453"/>
                    <a:pt x="2619632" y="368453"/>
                  </a:cubicBezTo>
                  <a:cubicBezTo>
                    <a:pt x="2556416" y="368453"/>
                    <a:pt x="2493319" y="362962"/>
                    <a:pt x="2430162" y="360216"/>
                  </a:cubicBezTo>
                  <a:cubicBezTo>
                    <a:pt x="2388973" y="362962"/>
                    <a:pt x="2347460" y="362615"/>
                    <a:pt x="2306594" y="368453"/>
                  </a:cubicBezTo>
                  <a:cubicBezTo>
                    <a:pt x="2289402" y="370909"/>
                    <a:pt x="2273643" y="379437"/>
                    <a:pt x="2257167" y="384929"/>
                  </a:cubicBezTo>
                  <a:cubicBezTo>
                    <a:pt x="2248929" y="387675"/>
                    <a:pt x="2239679" y="388350"/>
                    <a:pt x="2232454" y="393167"/>
                  </a:cubicBezTo>
                  <a:cubicBezTo>
                    <a:pt x="2224216" y="398659"/>
                    <a:pt x="2216840" y="405743"/>
                    <a:pt x="2207740" y="409643"/>
                  </a:cubicBezTo>
                  <a:cubicBezTo>
                    <a:pt x="2182773" y="420343"/>
                    <a:pt x="2115523" y="424465"/>
                    <a:pt x="2100648" y="426118"/>
                  </a:cubicBezTo>
                  <a:cubicBezTo>
                    <a:pt x="2089664" y="428864"/>
                    <a:pt x="2078583" y="431246"/>
                    <a:pt x="2067697" y="434356"/>
                  </a:cubicBezTo>
                  <a:cubicBezTo>
                    <a:pt x="2059348" y="436742"/>
                    <a:pt x="2051527" y="441041"/>
                    <a:pt x="2042984" y="442594"/>
                  </a:cubicBezTo>
                  <a:cubicBezTo>
                    <a:pt x="2006985" y="449139"/>
                    <a:pt x="1916929" y="456301"/>
                    <a:pt x="1886465" y="459070"/>
                  </a:cubicBezTo>
                  <a:cubicBezTo>
                    <a:pt x="1845276" y="456324"/>
                    <a:pt x="1803616" y="457619"/>
                    <a:pt x="1762897" y="450832"/>
                  </a:cubicBezTo>
                  <a:cubicBezTo>
                    <a:pt x="1753131" y="449204"/>
                    <a:pt x="1745790" y="440694"/>
                    <a:pt x="1738184" y="434356"/>
                  </a:cubicBezTo>
                  <a:cubicBezTo>
                    <a:pt x="1674760" y="381503"/>
                    <a:pt x="1750111" y="434070"/>
                    <a:pt x="1688756" y="393167"/>
                  </a:cubicBezTo>
                  <a:cubicBezTo>
                    <a:pt x="1677772" y="376691"/>
                    <a:pt x="1667686" y="359581"/>
                    <a:pt x="1655805" y="343740"/>
                  </a:cubicBezTo>
                  <a:cubicBezTo>
                    <a:pt x="1637622" y="319496"/>
                    <a:pt x="1629327" y="305200"/>
                    <a:pt x="1606378" y="286075"/>
                  </a:cubicBezTo>
                  <a:cubicBezTo>
                    <a:pt x="1598772" y="279737"/>
                    <a:pt x="1589721" y="275354"/>
                    <a:pt x="1581665" y="269599"/>
                  </a:cubicBezTo>
                  <a:cubicBezTo>
                    <a:pt x="1570493" y="261619"/>
                    <a:pt x="1559961" y="252759"/>
                    <a:pt x="1548713" y="244886"/>
                  </a:cubicBezTo>
                  <a:cubicBezTo>
                    <a:pt x="1494223" y="206743"/>
                    <a:pt x="1516005" y="216113"/>
                    <a:pt x="1466335" y="203697"/>
                  </a:cubicBezTo>
                  <a:cubicBezTo>
                    <a:pt x="1390452" y="165755"/>
                    <a:pt x="1434017" y="185827"/>
                    <a:pt x="1334529" y="146032"/>
                  </a:cubicBezTo>
                  <a:cubicBezTo>
                    <a:pt x="1320799" y="140540"/>
                    <a:pt x="1307926" y="131987"/>
                    <a:pt x="1293340" y="129556"/>
                  </a:cubicBezTo>
                  <a:cubicBezTo>
                    <a:pt x="1233799" y="119632"/>
                    <a:pt x="1248478" y="123991"/>
                    <a:pt x="1186248" y="104843"/>
                  </a:cubicBezTo>
                  <a:cubicBezTo>
                    <a:pt x="991972" y="45066"/>
                    <a:pt x="1278023" y="127787"/>
                    <a:pt x="1087394" y="80129"/>
                  </a:cubicBezTo>
                  <a:cubicBezTo>
                    <a:pt x="1070546" y="75917"/>
                    <a:pt x="1054920" y="67420"/>
                    <a:pt x="1037967" y="63653"/>
                  </a:cubicBezTo>
                  <a:cubicBezTo>
                    <a:pt x="925882" y="38745"/>
                    <a:pt x="966557" y="54498"/>
                    <a:pt x="873211" y="38940"/>
                  </a:cubicBezTo>
                  <a:cubicBezTo>
                    <a:pt x="862043" y="37079"/>
                    <a:pt x="851449" y="32424"/>
                    <a:pt x="840259" y="30702"/>
                  </a:cubicBezTo>
                  <a:cubicBezTo>
                    <a:pt x="815683" y="26921"/>
                    <a:pt x="790832" y="25210"/>
                    <a:pt x="766119" y="22464"/>
                  </a:cubicBezTo>
                  <a:cubicBezTo>
                    <a:pt x="611960" y="-16076"/>
                    <a:pt x="698570" y="2506"/>
                    <a:pt x="345989" y="22464"/>
                  </a:cubicBezTo>
                  <a:cubicBezTo>
                    <a:pt x="308720" y="24574"/>
                    <a:pt x="275732" y="52826"/>
                    <a:pt x="247135" y="71891"/>
                  </a:cubicBezTo>
                  <a:lnTo>
                    <a:pt x="172994" y="121318"/>
                  </a:lnTo>
                  <a:lnTo>
                    <a:pt x="148281" y="137794"/>
                  </a:lnTo>
                  <a:cubicBezTo>
                    <a:pt x="121283" y="155793"/>
                    <a:pt x="107092" y="158388"/>
                    <a:pt x="98854" y="16250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6"/>
          <p:cNvSpPr/>
          <p:nvPr/>
        </p:nvSpPr>
        <p:spPr>
          <a:xfrm>
            <a:off x="4110681" y="4357816"/>
            <a:ext cx="1706328" cy="1326292"/>
          </a:xfrm>
          <a:custGeom>
            <a:avLst/>
            <a:gdLst>
              <a:gd name="connsiteX0" fmla="*/ 205946 w 1706328"/>
              <a:gd name="connsiteY0" fmla="*/ 650789 h 1326292"/>
              <a:gd name="connsiteX1" fmla="*/ 205946 w 1706328"/>
              <a:gd name="connsiteY1" fmla="*/ 650789 h 1326292"/>
              <a:gd name="connsiteX2" fmla="*/ 280087 w 1706328"/>
              <a:gd name="connsiteY2" fmla="*/ 626076 h 1326292"/>
              <a:gd name="connsiteX3" fmla="*/ 420130 w 1706328"/>
              <a:gd name="connsiteY3" fmla="*/ 642552 h 1326292"/>
              <a:gd name="connsiteX4" fmla="*/ 576649 w 1706328"/>
              <a:gd name="connsiteY4" fmla="*/ 617838 h 1326292"/>
              <a:gd name="connsiteX5" fmla="*/ 601362 w 1706328"/>
              <a:gd name="connsiteY5" fmla="*/ 609600 h 1326292"/>
              <a:gd name="connsiteX6" fmla="*/ 650789 w 1706328"/>
              <a:gd name="connsiteY6" fmla="*/ 576649 h 1326292"/>
              <a:gd name="connsiteX7" fmla="*/ 733168 w 1706328"/>
              <a:gd name="connsiteY7" fmla="*/ 560173 h 1326292"/>
              <a:gd name="connsiteX8" fmla="*/ 766119 w 1706328"/>
              <a:gd name="connsiteY8" fmla="*/ 551935 h 1326292"/>
              <a:gd name="connsiteX9" fmla="*/ 815546 w 1706328"/>
              <a:gd name="connsiteY9" fmla="*/ 543698 h 1326292"/>
              <a:gd name="connsiteX10" fmla="*/ 864973 w 1706328"/>
              <a:gd name="connsiteY10" fmla="*/ 527222 h 1326292"/>
              <a:gd name="connsiteX11" fmla="*/ 889687 w 1706328"/>
              <a:gd name="connsiteY11" fmla="*/ 518984 h 1326292"/>
              <a:gd name="connsiteX12" fmla="*/ 914400 w 1706328"/>
              <a:gd name="connsiteY12" fmla="*/ 502508 h 1326292"/>
              <a:gd name="connsiteX13" fmla="*/ 939114 w 1706328"/>
              <a:gd name="connsiteY13" fmla="*/ 494270 h 1326292"/>
              <a:gd name="connsiteX14" fmla="*/ 996778 w 1706328"/>
              <a:gd name="connsiteY14" fmla="*/ 461319 h 1326292"/>
              <a:gd name="connsiteX15" fmla="*/ 1046205 w 1706328"/>
              <a:gd name="connsiteY15" fmla="*/ 420130 h 1326292"/>
              <a:gd name="connsiteX16" fmla="*/ 1095633 w 1706328"/>
              <a:gd name="connsiteY16" fmla="*/ 378941 h 1326292"/>
              <a:gd name="connsiteX17" fmla="*/ 1120346 w 1706328"/>
              <a:gd name="connsiteY17" fmla="*/ 329514 h 1326292"/>
              <a:gd name="connsiteX18" fmla="*/ 1136822 w 1706328"/>
              <a:gd name="connsiteY18" fmla="*/ 304800 h 1326292"/>
              <a:gd name="connsiteX19" fmla="*/ 1153297 w 1706328"/>
              <a:gd name="connsiteY19" fmla="*/ 255373 h 1326292"/>
              <a:gd name="connsiteX20" fmla="*/ 1161535 w 1706328"/>
              <a:gd name="connsiteY20" fmla="*/ 230660 h 1326292"/>
              <a:gd name="connsiteX21" fmla="*/ 1178011 w 1706328"/>
              <a:gd name="connsiteY21" fmla="*/ 205946 h 1326292"/>
              <a:gd name="connsiteX22" fmla="*/ 1227438 w 1706328"/>
              <a:gd name="connsiteY22" fmla="*/ 107092 h 1326292"/>
              <a:gd name="connsiteX23" fmla="*/ 1243914 w 1706328"/>
              <a:gd name="connsiteY23" fmla="*/ 82379 h 1326292"/>
              <a:gd name="connsiteX24" fmla="*/ 1318054 w 1706328"/>
              <a:gd name="connsiteY24" fmla="*/ 16476 h 1326292"/>
              <a:gd name="connsiteX25" fmla="*/ 1367481 w 1706328"/>
              <a:gd name="connsiteY25" fmla="*/ 0 h 1326292"/>
              <a:gd name="connsiteX26" fmla="*/ 1433384 w 1706328"/>
              <a:gd name="connsiteY26" fmla="*/ 24714 h 1326292"/>
              <a:gd name="connsiteX27" fmla="*/ 1449860 w 1706328"/>
              <a:gd name="connsiteY27" fmla="*/ 49427 h 1326292"/>
              <a:gd name="connsiteX28" fmla="*/ 1458097 w 1706328"/>
              <a:gd name="connsiteY28" fmla="*/ 304800 h 1326292"/>
              <a:gd name="connsiteX29" fmla="*/ 1482811 w 1706328"/>
              <a:gd name="connsiteY29" fmla="*/ 370703 h 1326292"/>
              <a:gd name="connsiteX30" fmla="*/ 1532238 w 1706328"/>
              <a:gd name="connsiteY30" fmla="*/ 387179 h 1326292"/>
              <a:gd name="connsiteX31" fmla="*/ 1606378 w 1706328"/>
              <a:gd name="connsiteY31" fmla="*/ 420130 h 1326292"/>
              <a:gd name="connsiteX32" fmla="*/ 1655805 w 1706328"/>
              <a:gd name="connsiteY32" fmla="*/ 436606 h 1326292"/>
              <a:gd name="connsiteX33" fmla="*/ 1680519 w 1706328"/>
              <a:gd name="connsiteY33" fmla="*/ 444843 h 1326292"/>
              <a:gd name="connsiteX34" fmla="*/ 1705233 w 1706328"/>
              <a:gd name="connsiteY34" fmla="*/ 469557 h 1326292"/>
              <a:gd name="connsiteX35" fmla="*/ 1696995 w 1706328"/>
              <a:gd name="connsiteY35" fmla="*/ 527222 h 1326292"/>
              <a:gd name="connsiteX36" fmla="*/ 1664043 w 1706328"/>
              <a:gd name="connsiteY36" fmla="*/ 584887 h 1326292"/>
              <a:gd name="connsiteX37" fmla="*/ 1647568 w 1706328"/>
              <a:gd name="connsiteY37" fmla="*/ 642552 h 1326292"/>
              <a:gd name="connsiteX38" fmla="*/ 1631092 w 1706328"/>
              <a:gd name="connsiteY38" fmla="*/ 700216 h 1326292"/>
              <a:gd name="connsiteX39" fmla="*/ 1622854 w 1706328"/>
              <a:gd name="connsiteY39" fmla="*/ 749643 h 1326292"/>
              <a:gd name="connsiteX40" fmla="*/ 1614616 w 1706328"/>
              <a:gd name="connsiteY40" fmla="*/ 823784 h 1326292"/>
              <a:gd name="connsiteX41" fmla="*/ 1606378 w 1706328"/>
              <a:gd name="connsiteY41" fmla="*/ 856735 h 1326292"/>
              <a:gd name="connsiteX42" fmla="*/ 1589903 w 1706328"/>
              <a:gd name="connsiteY42" fmla="*/ 906162 h 1326292"/>
              <a:gd name="connsiteX43" fmla="*/ 1614616 w 1706328"/>
              <a:gd name="connsiteY43" fmla="*/ 922638 h 1326292"/>
              <a:gd name="connsiteX44" fmla="*/ 1639330 w 1706328"/>
              <a:gd name="connsiteY44" fmla="*/ 930876 h 1326292"/>
              <a:gd name="connsiteX45" fmla="*/ 1655805 w 1706328"/>
              <a:gd name="connsiteY45" fmla="*/ 955589 h 1326292"/>
              <a:gd name="connsiteX46" fmla="*/ 1655805 w 1706328"/>
              <a:gd name="connsiteY46" fmla="*/ 1095633 h 1326292"/>
              <a:gd name="connsiteX47" fmla="*/ 1647568 w 1706328"/>
              <a:gd name="connsiteY47" fmla="*/ 1120346 h 1326292"/>
              <a:gd name="connsiteX48" fmla="*/ 1631092 w 1706328"/>
              <a:gd name="connsiteY48" fmla="*/ 1145060 h 1326292"/>
              <a:gd name="connsiteX49" fmla="*/ 1532238 w 1706328"/>
              <a:gd name="connsiteY49" fmla="*/ 1227438 h 1326292"/>
              <a:gd name="connsiteX50" fmla="*/ 1507524 w 1706328"/>
              <a:gd name="connsiteY50" fmla="*/ 1235676 h 1326292"/>
              <a:gd name="connsiteX51" fmla="*/ 1433384 w 1706328"/>
              <a:gd name="connsiteY51" fmla="*/ 1268627 h 1326292"/>
              <a:gd name="connsiteX52" fmla="*/ 1408670 w 1706328"/>
              <a:gd name="connsiteY52" fmla="*/ 1276865 h 1326292"/>
              <a:gd name="connsiteX53" fmla="*/ 1383957 w 1706328"/>
              <a:gd name="connsiteY53" fmla="*/ 1285103 h 1326292"/>
              <a:gd name="connsiteX54" fmla="*/ 1276865 w 1706328"/>
              <a:gd name="connsiteY54" fmla="*/ 1301579 h 1326292"/>
              <a:gd name="connsiteX55" fmla="*/ 1227438 w 1706328"/>
              <a:gd name="connsiteY55" fmla="*/ 1309816 h 1326292"/>
              <a:gd name="connsiteX56" fmla="*/ 1128584 w 1706328"/>
              <a:gd name="connsiteY56" fmla="*/ 1318054 h 1326292"/>
              <a:gd name="connsiteX57" fmla="*/ 1046205 w 1706328"/>
              <a:gd name="connsiteY57" fmla="*/ 1326292 h 1326292"/>
              <a:gd name="connsiteX58" fmla="*/ 634314 w 1706328"/>
              <a:gd name="connsiteY58" fmla="*/ 1318054 h 1326292"/>
              <a:gd name="connsiteX59" fmla="*/ 518984 w 1706328"/>
              <a:gd name="connsiteY59" fmla="*/ 1301579 h 1326292"/>
              <a:gd name="connsiteX60" fmla="*/ 461319 w 1706328"/>
              <a:gd name="connsiteY60" fmla="*/ 1293341 h 1326292"/>
              <a:gd name="connsiteX61" fmla="*/ 436605 w 1706328"/>
              <a:gd name="connsiteY61" fmla="*/ 1285103 h 1326292"/>
              <a:gd name="connsiteX62" fmla="*/ 387178 w 1706328"/>
              <a:gd name="connsiteY62" fmla="*/ 1252152 h 1326292"/>
              <a:gd name="connsiteX63" fmla="*/ 337751 w 1706328"/>
              <a:gd name="connsiteY63" fmla="*/ 1235676 h 1326292"/>
              <a:gd name="connsiteX64" fmla="*/ 288324 w 1706328"/>
              <a:gd name="connsiteY64" fmla="*/ 1202725 h 1326292"/>
              <a:gd name="connsiteX65" fmla="*/ 247135 w 1706328"/>
              <a:gd name="connsiteY65" fmla="*/ 1169773 h 1326292"/>
              <a:gd name="connsiteX66" fmla="*/ 230660 w 1706328"/>
              <a:gd name="connsiteY66" fmla="*/ 1145060 h 1326292"/>
              <a:gd name="connsiteX67" fmla="*/ 172995 w 1706328"/>
              <a:gd name="connsiteY67" fmla="*/ 1103870 h 1326292"/>
              <a:gd name="connsiteX68" fmla="*/ 148281 w 1706328"/>
              <a:gd name="connsiteY68" fmla="*/ 1062681 h 1326292"/>
              <a:gd name="connsiteX69" fmla="*/ 123568 w 1706328"/>
              <a:gd name="connsiteY69" fmla="*/ 1046206 h 1326292"/>
              <a:gd name="connsiteX70" fmla="*/ 74141 w 1706328"/>
              <a:gd name="connsiteY70" fmla="*/ 988541 h 1326292"/>
              <a:gd name="connsiteX71" fmla="*/ 16476 w 1706328"/>
              <a:gd name="connsiteY71" fmla="*/ 914400 h 1326292"/>
              <a:gd name="connsiteX72" fmla="*/ 0 w 1706328"/>
              <a:gd name="connsiteY72" fmla="*/ 864973 h 1326292"/>
              <a:gd name="connsiteX73" fmla="*/ 8238 w 1706328"/>
              <a:gd name="connsiteY73" fmla="*/ 799070 h 1326292"/>
              <a:gd name="connsiteX74" fmla="*/ 24714 w 1706328"/>
              <a:gd name="connsiteY74" fmla="*/ 774357 h 1326292"/>
              <a:gd name="connsiteX75" fmla="*/ 74141 w 1706328"/>
              <a:gd name="connsiteY75" fmla="*/ 733168 h 1326292"/>
              <a:gd name="connsiteX76" fmla="*/ 98854 w 1706328"/>
              <a:gd name="connsiteY76" fmla="*/ 724930 h 1326292"/>
              <a:gd name="connsiteX77" fmla="*/ 172995 w 1706328"/>
              <a:gd name="connsiteY77" fmla="*/ 683741 h 1326292"/>
              <a:gd name="connsiteX78" fmla="*/ 197708 w 1706328"/>
              <a:gd name="connsiteY78" fmla="*/ 667265 h 1326292"/>
              <a:gd name="connsiteX79" fmla="*/ 205946 w 1706328"/>
              <a:gd name="connsiteY79" fmla="*/ 650789 h 132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706328" h="1326292">
                <a:moveTo>
                  <a:pt x="205946" y="650789"/>
                </a:moveTo>
                <a:lnTo>
                  <a:pt x="205946" y="650789"/>
                </a:lnTo>
                <a:cubicBezTo>
                  <a:pt x="230660" y="642551"/>
                  <a:pt x="254135" y="628333"/>
                  <a:pt x="280087" y="626076"/>
                </a:cubicBezTo>
                <a:cubicBezTo>
                  <a:pt x="357352" y="619358"/>
                  <a:pt x="369380" y="625635"/>
                  <a:pt x="420130" y="642552"/>
                </a:cubicBezTo>
                <a:cubicBezTo>
                  <a:pt x="544536" y="632982"/>
                  <a:pt x="493257" y="645636"/>
                  <a:pt x="576649" y="617838"/>
                </a:cubicBezTo>
                <a:cubicBezTo>
                  <a:pt x="584887" y="615092"/>
                  <a:pt x="594137" y="614417"/>
                  <a:pt x="601362" y="609600"/>
                </a:cubicBezTo>
                <a:cubicBezTo>
                  <a:pt x="617838" y="598616"/>
                  <a:pt x="631579" y="581452"/>
                  <a:pt x="650789" y="576649"/>
                </a:cubicBezTo>
                <a:cubicBezTo>
                  <a:pt x="727332" y="557513"/>
                  <a:pt x="632171" y="580373"/>
                  <a:pt x="733168" y="560173"/>
                </a:cubicBezTo>
                <a:cubicBezTo>
                  <a:pt x="744270" y="557953"/>
                  <a:pt x="755017" y="554155"/>
                  <a:pt x="766119" y="551935"/>
                </a:cubicBezTo>
                <a:cubicBezTo>
                  <a:pt x="782498" y="548659"/>
                  <a:pt x="799070" y="546444"/>
                  <a:pt x="815546" y="543698"/>
                </a:cubicBezTo>
                <a:lnTo>
                  <a:pt x="864973" y="527222"/>
                </a:lnTo>
                <a:lnTo>
                  <a:pt x="889687" y="518984"/>
                </a:lnTo>
                <a:cubicBezTo>
                  <a:pt x="897925" y="513492"/>
                  <a:pt x="905545" y="506936"/>
                  <a:pt x="914400" y="502508"/>
                </a:cubicBezTo>
                <a:cubicBezTo>
                  <a:pt x="922167" y="498625"/>
                  <a:pt x="931889" y="499087"/>
                  <a:pt x="939114" y="494270"/>
                </a:cubicBezTo>
                <a:cubicBezTo>
                  <a:pt x="998009" y="455007"/>
                  <a:pt x="927086" y="478743"/>
                  <a:pt x="996778" y="461319"/>
                </a:cubicBezTo>
                <a:cubicBezTo>
                  <a:pt x="1068990" y="389109"/>
                  <a:pt x="977383" y="477483"/>
                  <a:pt x="1046205" y="420130"/>
                </a:cubicBezTo>
                <a:cubicBezTo>
                  <a:pt x="1109621" y="367283"/>
                  <a:pt x="1034285" y="419837"/>
                  <a:pt x="1095633" y="378941"/>
                </a:cubicBezTo>
                <a:cubicBezTo>
                  <a:pt x="1142855" y="308104"/>
                  <a:pt x="1086235" y="397735"/>
                  <a:pt x="1120346" y="329514"/>
                </a:cubicBezTo>
                <a:cubicBezTo>
                  <a:pt x="1124774" y="320658"/>
                  <a:pt x="1132801" y="313848"/>
                  <a:pt x="1136822" y="304800"/>
                </a:cubicBezTo>
                <a:cubicBezTo>
                  <a:pt x="1143875" y="288930"/>
                  <a:pt x="1147805" y="271849"/>
                  <a:pt x="1153297" y="255373"/>
                </a:cubicBezTo>
                <a:cubicBezTo>
                  <a:pt x="1156043" y="247135"/>
                  <a:pt x="1156718" y="237885"/>
                  <a:pt x="1161535" y="230660"/>
                </a:cubicBezTo>
                <a:cubicBezTo>
                  <a:pt x="1167027" y="222422"/>
                  <a:pt x="1173990" y="214993"/>
                  <a:pt x="1178011" y="205946"/>
                </a:cubicBezTo>
                <a:cubicBezTo>
                  <a:pt x="1223485" y="103631"/>
                  <a:pt x="1158930" y="209853"/>
                  <a:pt x="1227438" y="107092"/>
                </a:cubicBezTo>
                <a:cubicBezTo>
                  <a:pt x="1232930" y="98854"/>
                  <a:pt x="1236913" y="89380"/>
                  <a:pt x="1243914" y="82379"/>
                </a:cubicBezTo>
                <a:cubicBezTo>
                  <a:pt x="1258824" y="67469"/>
                  <a:pt x="1291596" y="28236"/>
                  <a:pt x="1318054" y="16476"/>
                </a:cubicBezTo>
                <a:cubicBezTo>
                  <a:pt x="1333924" y="9422"/>
                  <a:pt x="1367481" y="0"/>
                  <a:pt x="1367481" y="0"/>
                </a:cubicBezTo>
                <a:cubicBezTo>
                  <a:pt x="1396952" y="5894"/>
                  <a:pt x="1412171" y="3502"/>
                  <a:pt x="1433384" y="24714"/>
                </a:cubicBezTo>
                <a:cubicBezTo>
                  <a:pt x="1440385" y="31715"/>
                  <a:pt x="1444368" y="41189"/>
                  <a:pt x="1449860" y="49427"/>
                </a:cubicBezTo>
                <a:cubicBezTo>
                  <a:pt x="1452606" y="134551"/>
                  <a:pt x="1453238" y="219770"/>
                  <a:pt x="1458097" y="304800"/>
                </a:cubicBezTo>
                <a:cubicBezTo>
                  <a:pt x="1458791" y="316952"/>
                  <a:pt x="1472684" y="363108"/>
                  <a:pt x="1482811" y="370703"/>
                </a:cubicBezTo>
                <a:cubicBezTo>
                  <a:pt x="1496705" y="381123"/>
                  <a:pt x="1517788" y="377546"/>
                  <a:pt x="1532238" y="387179"/>
                </a:cubicBezTo>
                <a:cubicBezTo>
                  <a:pt x="1571401" y="413287"/>
                  <a:pt x="1547559" y="400523"/>
                  <a:pt x="1606378" y="420130"/>
                </a:cubicBezTo>
                <a:lnTo>
                  <a:pt x="1655805" y="436606"/>
                </a:lnTo>
                <a:lnTo>
                  <a:pt x="1680519" y="444843"/>
                </a:lnTo>
                <a:cubicBezTo>
                  <a:pt x="1688757" y="453081"/>
                  <a:pt x="1702948" y="458133"/>
                  <a:pt x="1705233" y="469557"/>
                </a:cubicBezTo>
                <a:cubicBezTo>
                  <a:pt x="1709041" y="488597"/>
                  <a:pt x="1702104" y="508489"/>
                  <a:pt x="1696995" y="527222"/>
                </a:cubicBezTo>
                <a:cubicBezTo>
                  <a:pt x="1692171" y="544908"/>
                  <a:pt x="1674366" y="569402"/>
                  <a:pt x="1664043" y="584887"/>
                </a:cubicBezTo>
                <a:cubicBezTo>
                  <a:pt x="1638290" y="687896"/>
                  <a:pt x="1671203" y="559825"/>
                  <a:pt x="1647568" y="642552"/>
                </a:cubicBezTo>
                <a:cubicBezTo>
                  <a:pt x="1626891" y="714924"/>
                  <a:pt x="1650835" y="640989"/>
                  <a:pt x="1631092" y="700216"/>
                </a:cubicBezTo>
                <a:cubicBezTo>
                  <a:pt x="1628346" y="716692"/>
                  <a:pt x="1625062" y="733087"/>
                  <a:pt x="1622854" y="749643"/>
                </a:cubicBezTo>
                <a:cubicBezTo>
                  <a:pt x="1619568" y="774291"/>
                  <a:pt x="1618397" y="799207"/>
                  <a:pt x="1614616" y="823784"/>
                </a:cubicBezTo>
                <a:cubicBezTo>
                  <a:pt x="1612894" y="834974"/>
                  <a:pt x="1609631" y="845891"/>
                  <a:pt x="1606378" y="856735"/>
                </a:cubicBezTo>
                <a:cubicBezTo>
                  <a:pt x="1601388" y="873369"/>
                  <a:pt x="1589903" y="906162"/>
                  <a:pt x="1589903" y="906162"/>
                </a:cubicBezTo>
                <a:cubicBezTo>
                  <a:pt x="1598141" y="911654"/>
                  <a:pt x="1605761" y="918210"/>
                  <a:pt x="1614616" y="922638"/>
                </a:cubicBezTo>
                <a:cubicBezTo>
                  <a:pt x="1622383" y="926521"/>
                  <a:pt x="1632549" y="925451"/>
                  <a:pt x="1639330" y="930876"/>
                </a:cubicBezTo>
                <a:cubicBezTo>
                  <a:pt x="1647061" y="937061"/>
                  <a:pt x="1650313" y="947351"/>
                  <a:pt x="1655805" y="955589"/>
                </a:cubicBezTo>
                <a:cubicBezTo>
                  <a:pt x="1671527" y="1018476"/>
                  <a:pt x="1668705" y="992428"/>
                  <a:pt x="1655805" y="1095633"/>
                </a:cubicBezTo>
                <a:cubicBezTo>
                  <a:pt x="1654728" y="1104249"/>
                  <a:pt x="1651451" y="1112579"/>
                  <a:pt x="1647568" y="1120346"/>
                </a:cubicBezTo>
                <a:cubicBezTo>
                  <a:pt x="1643140" y="1129202"/>
                  <a:pt x="1637670" y="1137660"/>
                  <a:pt x="1631092" y="1145060"/>
                </a:cubicBezTo>
                <a:cubicBezTo>
                  <a:pt x="1611772" y="1166795"/>
                  <a:pt x="1563567" y="1216995"/>
                  <a:pt x="1532238" y="1227438"/>
                </a:cubicBezTo>
                <a:lnTo>
                  <a:pt x="1507524" y="1235676"/>
                </a:lnTo>
                <a:cubicBezTo>
                  <a:pt x="1468361" y="1261786"/>
                  <a:pt x="1492204" y="1249021"/>
                  <a:pt x="1433384" y="1268627"/>
                </a:cubicBezTo>
                <a:lnTo>
                  <a:pt x="1408670" y="1276865"/>
                </a:lnTo>
                <a:cubicBezTo>
                  <a:pt x="1400432" y="1279611"/>
                  <a:pt x="1392472" y="1283400"/>
                  <a:pt x="1383957" y="1285103"/>
                </a:cubicBezTo>
                <a:cubicBezTo>
                  <a:pt x="1305298" y="1300835"/>
                  <a:pt x="1381582" y="1286620"/>
                  <a:pt x="1276865" y="1301579"/>
                </a:cubicBezTo>
                <a:cubicBezTo>
                  <a:pt x="1260330" y="1303941"/>
                  <a:pt x="1244039" y="1307972"/>
                  <a:pt x="1227438" y="1309816"/>
                </a:cubicBezTo>
                <a:cubicBezTo>
                  <a:pt x="1194575" y="1313467"/>
                  <a:pt x="1161514" y="1315060"/>
                  <a:pt x="1128584" y="1318054"/>
                </a:cubicBezTo>
                <a:lnTo>
                  <a:pt x="1046205" y="1326292"/>
                </a:lnTo>
                <a:lnTo>
                  <a:pt x="634314" y="1318054"/>
                </a:lnTo>
                <a:cubicBezTo>
                  <a:pt x="568244" y="1315814"/>
                  <a:pt x="572176" y="1310444"/>
                  <a:pt x="518984" y="1301579"/>
                </a:cubicBezTo>
                <a:cubicBezTo>
                  <a:pt x="499831" y="1298387"/>
                  <a:pt x="480541" y="1296087"/>
                  <a:pt x="461319" y="1293341"/>
                </a:cubicBezTo>
                <a:cubicBezTo>
                  <a:pt x="453081" y="1290595"/>
                  <a:pt x="444196" y="1289320"/>
                  <a:pt x="436605" y="1285103"/>
                </a:cubicBezTo>
                <a:cubicBezTo>
                  <a:pt x="419296" y="1275487"/>
                  <a:pt x="405963" y="1258414"/>
                  <a:pt x="387178" y="1252152"/>
                </a:cubicBezTo>
                <a:lnTo>
                  <a:pt x="337751" y="1235676"/>
                </a:lnTo>
                <a:cubicBezTo>
                  <a:pt x="321275" y="1224692"/>
                  <a:pt x="299307" y="1219201"/>
                  <a:pt x="288324" y="1202725"/>
                </a:cubicBezTo>
                <a:cubicBezTo>
                  <a:pt x="267032" y="1170786"/>
                  <a:pt x="281242" y="1181142"/>
                  <a:pt x="247135" y="1169773"/>
                </a:cubicBezTo>
                <a:cubicBezTo>
                  <a:pt x="241643" y="1161535"/>
                  <a:pt x="238266" y="1151398"/>
                  <a:pt x="230660" y="1145060"/>
                </a:cubicBezTo>
                <a:cubicBezTo>
                  <a:pt x="181840" y="1104377"/>
                  <a:pt x="211559" y="1155289"/>
                  <a:pt x="172995" y="1103870"/>
                </a:cubicBezTo>
                <a:cubicBezTo>
                  <a:pt x="163388" y="1091061"/>
                  <a:pt x="158701" y="1074838"/>
                  <a:pt x="148281" y="1062681"/>
                </a:cubicBezTo>
                <a:cubicBezTo>
                  <a:pt x="141838" y="1055164"/>
                  <a:pt x="131085" y="1052649"/>
                  <a:pt x="123568" y="1046206"/>
                </a:cubicBezTo>
                <a:cubicBezTo>
                  <a:pt x="65813" y="996702"/>
                  <a:pt x="110579" y="1032267"/>
                  <a:pt x="74141" y="988541"/>
                </a:cubicBezTo>
                <a:cubicBezTo>
                  <a:pt x="50448" y="960109"/>
                  <a:pt x="30357" y="956043"/>
                  <a:pt x="16476" y="914400"/>
                </a:cubicBezTo>
                <a:lnTo>
                  <a:pt x="0" y="864973"/>
                </a:lnTo>
                <a:cubicBezTo>
                  <a:pt x="2746" y="843005"/>
                  <a:pt x="2413" y="820429"/>
                  <a:pt x="8238" y="799070"/>
                </a:cubicBezTo>
                <a:cubicBezTo>
                  <a:pt x="10843" y="789518"/>
                  <a:pt x="18376" y="781963"/>
                  <a:pt x="24714" y="774357"/>
                </a:cubicBezTo>
                <a:cubicBezTo>
                  <a:pt x="37731" y="758737"/>
                  <a:pt x="55623" y="742427"/>
                  <a:pt x="74141" y="733168"/>
                </a:cubicBezTo>
                <a:cubicBezTo>
                  <a:pt x="81908" y="729285"/>
                  <a:pt x="91263" y="729147"/>
                  <a:pt x="98854" y="724930"/>
                </a:cubicBezTo>
                <a:cubicBezTo>
                  <a:pt x="183830" y="677721"/>
                  <a:pt x="117075" y="702381"/>
                  <a:pt x="172995" y="683741"/>
                </a:cubicBezTo>
                <a:cubicBezTo>
                  <a:pt x="181233" y="678249"/>
                  <a:pt x="188853" y="671693"/>
                  <a:pt x="197708" y="667265"/>
                </a:cubicBezTo>
                <a:cubicBezTo>
                  <a:pt x="235573" y="648332"/>
                  <a:pt x="204573" y="653535"/>
                  <a:pt x="205946" y="65078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2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contradiction: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89469" y="3443588"/>
            <a:ext cx="42919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must have a path from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3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contradiction: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-10337" y="3443588"/>
                <a:ext cx="429611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must have a path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37" y="3443588"/>
                <a:ext cx="4296112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2128" t="-3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332702" y="3916745"/>
            <a:ext cx="528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FF0000"/>
                </a:solidFill>
              </a:rPr>
              <a:t>X</a:t>
            </a:r>
            <a:endParaRPr lang="en-US" sz="6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05489" y="3911602"/>
                <a:ext cx="17945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489" y="3911602"/>
                <a:ext cx="179459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10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-10337" y="3443588"/>
                <a:ext cx="4296112" cy="2431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must have a path from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Contradiction!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37" y="3443588"/>
                <a:ext cx="4296112" cy="2431435"/>
              </a:xfrm>
              <a:prstGeom prst="rect">
                <a:avLst/>
              </a:prstGeom>
              <a:blipFill rotWithShape="0">
                <a:blip r:embed="rId4"/>
                <a:stretch>
                  <a:fillRect l="-3546" t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332702" y="3916745"/>
            <a:ext cx="528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FF0000"/>
                </a:solidFill>
              </a:rPr>
              <a:t>X</a:t>
            </a:r>
            <a:endParaRPr lang="en-US" sz="6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305489" y="3911602"/>
                <a:ext cx="17945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489" y="3911602"/>
                <a:ext cx="179459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12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9469" y="3443588"/>
            <a:ext cx="42919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must have a path from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AND, there must be a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84634" y="4002217"/>
            <a:ext cx="14847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algn="ctr"/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101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5987489" y="4646141"/>
            <a:ext cx="527363" cy="815545"/>
          </a:xfrm>
          <a:custGeom>
            <a:avLst/>
            <a:gdLst>
              <a:gd name="connsiteX0" fmla="*/ 1418 w 527363"/>
              <a:gd name="connsiteY0" fmla="*/ 461318 h 815545"/>
              <a:gd name="connsiteX1" fmla="*/ 1418 w 527363"/>
              <a:gd name="connsiteY1" fmla="*/ 461318 h 815545"/>
              <a:gd name="connsiteX2" fmla="*/ 9656 w 527363"/>
              <a:gd name="connsiteY2" fmla="*/ 733167 h 815545"/>
              <a:gd name="connsiteX3" fmla="*/ 26132 w 527363"/>
              <a:gd name="connsiteY3" fmla="*/ 790832 h 815545"/>
              <a:gd name="connsiteX4" fmla="*/ 75559 w 527363"/>
              <a:gd name="connsiteY4" fmla="*/ 815545 h 815545"/>
              <a:gd name="connsiteX5" fmla="*/ 166175 w 527363"/>
              <a:gd name="connsiteY5" fmla="*/ 799070 h 815545"/>
              <a:gd name="connsiteX6" fmla="*/ 190889 w 527363"/>
              <a:gd name="connsiteY6" fmla="*/ 782594 h 815545"/>
              <a:gd name="connsiteX7" fmla="*/ 232078 w 527363"/>
              <a:gd name="connsiteY7" fmla="*/ 741405 h 815545"/>
              <a:gd name="connsiteX8" fmla="*/ 248554 w 527363"/>
              <a:gd name="connsiteY8" fmla="*/ 716691 h 815545"/>
              <a:gd name="connsiteX9" fmla="*/ 281505 w 527363"/>
              <a:gd name="connsiteY9" fmla="*/ 675502 h 815545"/>
              <a:gd name="connsiteX10" fmla="*/ 289743 w 527363"/>
              <a:gd name="connsiteY10" fmla="*/ 650789 h 815545"/>
              <a:gd name="connsiteX11" fmla="*/ 281505 w 527363"/>
              <a:gd name="connsiteY11" fmla="*/ 576648 h 815545"/>
              <a:gd name="connsiteX12" fmla="*/ 240316 w 527363"/>
              <a:gd name="connsiteY12" fmla="*/ 535459 h 815545"/>
              <a:gd name="connsiteX13" fmla="*/ 215602 w 527363"/>
              <a:gd name="connsiteY13" fmla="*/ 510745 h 815545"/>
              <a:gd name="connsiteX14" fmla="*/ 223840 w 527363"/>
              <a:gd name="connsiteY14" fmla="*/ 362464 h 815545"/>
              <a:gd name="connsiteX15" fmla="*/ 297981 w 527363"/>
              <a:gd name="connsiteY15" fmla="*/ 321275 h 815545"/>
              <a:gd name="connsiteX16" fmla="*/ 388597 w 527363"/>
              <a:gd name="connsiteY16" fmla="*/ 313037 h 815545"/>
              <a:gd name="connsiteX17" fmla="*/ 413310 w 527363"/>
              <a:gd name="connsiteY17" fmla="*/ 304800 h 815545"/>
              <a:gd name="connsiteX18" fmla="*/ 446262 w 527363"/>
              <a:gd name="connsiteY18" fmla="*/ 296562 h 815545"/>
              <a:gd name="connsiteX19" fmla="*/ 495689 w 527363"/>
              <a:gd name="connsiteY19" fmla="*/ 280086 h 815545"/>
              <a:gd name="connsiteX20" fmla="*/ 512164 w 527363"/>
              <a:gd name="connsiteY20" fmla="*/ 156518 h 815545"/>
              <a:gd name="connsiteX21" fmla="*/ 479213 w 527363"/>
              <a:gd name="connsiteY21" fmla="*/ 82378 h 815545"/>
              <a:gd name="connsiteX22" fmla="*/ 429786 w 527363"/>
              <a:gd name="connsiteY22" fmla="*/ 49427 h 815545"/>
              <a:gd name="connsiteX23" fmla="*/ 405073 w 527363"/>
              <a:gd name="connsiteY23" fmla="*/ 32951 h 815545"/>
              <a:gd name="connsiteX24" fmla="*/ 380359 w 527363"/>
              <a:gd name="connsiteY24" fmla="*/ 24713 h 815545"/>
              <a:gd name="connsiteX25" fmla="*/ 330932 w 527363"/>
              <a:gd name="connsiteY25" fmla="*/ 0 h 815545"/>
              <a:gd name="connsiteX26" fmla="*/ 166175 w 527363"/>
              <a:gd name="connsiteY26" fmla="*/ 8237 h 815545"/>
              <a:gd name="connsiteX27" fmla="*/ 141462 w 527363"/>
              <a:gd name="connsiteY27" fmla="*/ 16475 h 815545"/>
              <a:gd name="connsiteX28" fmla="*/ 124986 w 527363"/>
              <a:gd name="connsiteY28" fmla="*/ 41189 h 815545"/>
              <a:gd name="connsiteX29" fmla="*/ 100273 w 527363"/>
              <a:gd name="connsiteY29" fmla="*/ 57664 h 815545"/>
              <a:gd name="connsiteX30" fmla="*/ 67321 w 527363"/>
              <a:gd name="connsiteY30" fmla="*/ 107091 h 815545"/>
              <a:gd name="connsiteX31" fmla="*/ 50845 w 527363"/>
              <a:gd name="connsiteY31" fmla="*/ 131805 h 815545"/>
              <a:gd name="connsiteX32" fmla="*/ 34370 w 527363"/>
              <a:gd name="connsiteY32" fmla="*/ 181232 h 815545"/>
              <a:gd name="connsiteX33" fmla="*/ 26132 w 527363"/>
              <a:gd name="connsiteY33" fmla="*/ 205945 h 815545"/>
              <a:gd name="connsiteX34" fmla="*/ 17894 w 527363"/>
              <a:gd name="connsiteY34" fmla="*/ 280086 h 815545"/>
              <a:gd name="connsiteX35" fmla="*/ 9656 w 527363"/>
              <a:gd name="connsiteY35" fmla="*/ 370702 h 815545"/>
              <a:gd name="connsiteX36" fmla="*/ 1418 w 527363"/>
              <a:gd name="connsiteY36" fmla="*/ 411891 h 815545"/>
              <a:gd name="connsiteX37" fmla="*/ 1418 w 527363"/>
              <a:gd name="connsiteY37" fmla="*/ 461318 h 815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7363" h="815545">
                <a:moveTo>
                  <a:pt x="1418" y="461318"/>
                </a:moveTo>
                <a:lnTo>
                  <a:pt x="1418" y="461318"/>
                </a:lnTo>
                <a:cubicBezTo>
                  <a:pt x="4164" y="551934"/>
                  <a:pt x="4763" y="642641"/>
                  <a:pt x="9656" y="733167"/>
                </a:cubicBezTo>
                <a:cubicBezTo>
                  <a:pt x="9742" y="734754"/>
                  <a:pt x="22182" y="785894"/>
                  <a:pt x="26132" y="790832"/>
                </a:cubicBezTo>
                <a:cubicBezTo>
                  <a:pt x="37747" y="805351"/>
                  <a:pt x="59277" y="810118"/>
                  <a:pt x="75559" y="815545"/>
                </a:cubicBezTo>
                <a:cubicBezTo>
                  <a:pt x="98281" y="812705"/>
                  <a:pt x="140776" y="811770"/>
                  <a:pt x="166175" y="799070"/>
                </a:cubicBezTo>
                <a:cubicBezTo>
                  <a:pt x="175031" y="794642"/>
                  <a:pt x="182651" y="788086"/>
                  <a:pt x="190889" y="782594"/>
                </a:cubicBezTo>
                <a:cubicBezTo>
                  <a:pt x="234821" y="716694"/>
                  <a:pt x="177160" y="796323"/>
                  <a:pt x="232078" y="741405"/>
                </a:cubicBezTo>
                <a:cubicBezTo>
                  <a:pt x="239079" y="734404"/>
                  <a:pt x="242614" y="724612"/>
                  <a:pt x="248554" y="716691"/>
                </a:cubicBezTo>
                <a:cubicBezTo>
                  <a:pt x="259103" y="702625"/>
                  <a:pt x="270521" y="689232"/>
                  <a:pt x="281505" y="675502"/>
                </a:cubicBezTo>
                <a:cubicBezTo>
                  <a:pt x="284251" y="667264"/>
                  <a:pt x="289743" y="659472"/>
                  <a:pt x="289743" y="650789"/>
                </a:cubicBezTo>
                <a:cubicBezTo>
                  <a:pt x="289743" y="625923"/>
                  <a:pt x="287536" y="600771"/>
                  <a:pt x="281505" y="576648"/>
                </a:cubicBezTo>
                <a:cubicBezTo>
                  <a:pt x="275146" y="551214"/>
                  <a:pt x="257657" y="549910"/>
                  <a:pt x="240316" y="535459"/>
                </a:cubicBezTo>
                <a:cubicBezTo>
                  <a:pt x="231366" y="528001"/>
                  <a:pt x="223840" y="518983"/>
                  <a:pt x="215602" y="510745"/>
                </a:cubicBezTo>
                <a:cubicBezTo>
                  <a:pt x="218348" y="461318"/>
                  <a:pt x="208830" y="409637"/>
                  <a:pt x="223840" y="362464"/>
                </a:cubicBezTo>
                <a:cubicBezTo>
                  <a:pt x="227434" y="351169"/>
                  <a:pt x="277750" y="324165"/>
                  <a:pt x="297981" y="321275"/>
                </a:cubicBezTo>
                <a:cubicBezTo>
                  <a:pt x="328006" y="316986"/>
                  <a:pt x="358392" y="315783"/>
                  <a:pt x="388597" y="313037"/>
                </a:cubicBezTo>
                <a:cubicBezTo>
                  <a:pt x="396835" y="310291"/>
                  <a:pt x="404961" y="307185"/>
                  <a:pt x="413310" y="304800"/>
                </a:cubicBezTo>
                <a:cubicBezTo>
                  <a:pt x="424196" y="301690"/>
                  <a:pt x="435417" y="299815"/>
                  <a:pt x="446262" y="296562"/>
                </a:cubicBezTo>
                <a:cubicBezTo>
                  <a:pt x="462896" y="291572"/>
                  <a:pt x="495689" y="280086"/>
                  <a:pt x="495689" y="280086"/>
                </a:cubicBezTo>
                <a:cubicBezTo>
                  <a:pt x="541003" y="234772"/>
                  <a:pt x="529259" y="259093"/>
                  <a:pt x="512164" y="156518"/>
                </a:cubicBezTo>
                <a:cubicBezTo>
                  <a:pt x="509619" y="141249"/>
                  <a:pt x="495596" y="96713"/>
                  <a:pt x="479213" y="82378"/>
                </a:cubicBezTo>
                <a:cubicBezTo>
                  <a:pt x="464311" y="69339"/>
                  <a:pt x="446262" y="60411"/>
                  <a:pt x="429786" y="49427"/>
                </a:cubicBezTo>
                <a:cubicBezTo>
                  <a:pt x="421548" y="43935"/>
                  <a:pt x="414466" y="36082"/>
                  <a:pt x="405073" y="32951"/>
                </a:cubicBezTo>
                <a:cubicBezTo>
                  <a:pt x="396835" y="30205"/>
                  <a:pt x="388126" y="28596"/>
                  <a:pt x="380359" y="24713"/>
                </a:cubicBezTo>
                <a:cubicBezTo>
                  <a:pt x="316486" y="-7223"/>
                  <a:pt x="393044" y="20702"/>
                  <a:pt x="330932" y="0"/>
                </a:cubicBezTo>
                <a:cubicBezTo>
                  <a:pt x="276013" y="2746"/>
                  <a:pt x="220956" y="3474"/>
                  <a:pt x="166175" y="8237"/>
                </a:cubicBezTo>
                <a:cubicBezTo>
                  <a:pt x="157524" y="8989"/>
                  <a:pt x="148242" y="11051"/>
                  <a:pt x="141462" y="16475"/>
                </a:cubicBezTo>
                <a:cubicBezTo>
                  <a:pt x="133731" y="22660"/>
                  <a:pt x="131987" y="34188"/>
                  <a:pt x="124986" y="41189"/>
                </a:cubicBezTo>
                <a:cubicBezTo>
                  <a:pt x="117985" y="48190"/>
                  <a:pt x="108511" y="52172"/>
                  <a:pt x="100273" y="57664"/>
                </a:cubicBezTo>
                <a:lnTo>
                  <a:pt x="67321" y="107091"/>
                </a:lnTo>
                <a:lnTo>
                  <a:pt x="50845" y="131805"/>
                </a:lnTo>
                <a:lnTo>
                  <a:pt x="34370" y="181232"/>
                </a:lnTo>
                <a:lnTo>
                  <a:pt x="26132" y="205945"/>
                </a:lnTo>
                <a:cubicBezTo>
                  <a:pt x="23386" y="230659"/>
                  <a:pt x="20368" y="255344"/>
                  <a:pt x="17894" y="280086"/>
                </a:cubicBezTo>
                <a:cubicBezTo>
                  <a:pt x="14876" y="310265"/>
                  <a:pt x="13418" y="340606"/>
                  <a:pt x="9656" y="370702"/>
                </a:cubicBezTo>
                <a:cubicBezTo>
                  <a:pt x="7919" y="384595"/>
                  <a:pt x="3720" y="398080"/>
                  <a:pt x="1418" y="411891"/>
                </a:cubicBezTo>
                <a:cubicBezTo>
                  <a:pt x="-1774" y="431044"/>
                  <a:pt x="1418" y="453080"/>
                  <a:pt x="1418" y="46131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5955957" y="4777946"/>
            <a:ext cx="280486" cy="519043"/>
          </a:xfrm>
          <a:custGeom>
            <a:avLst/>
            <a:gdLst>
              <a:gd name="connsiteX0" fmla="*/ 24713 w 280486"/>
              <a:gd name="connsiteY0" fmla="*/ 510746 h 519043"/>
              <a:gd name="connsiteX1" fmla="*/ 123567 w 280486"/>
              <a:gd name="connsiteY1" fmla="*/ 502508 h 519043"/>
              <a:gd name="connsiteX2" fmla="*/ 148281 w 280486"/>
              <a:gd name="connsiteY2" fmla="*/ 494270 h 519043"/>
              <a:gd name="connsiteX3" fmla="*/ 172994 w 280486"/>
              <a:gd name="connsiteY3" fmla="*/ 469557 h 519043"/>
              <a:gd name="connsiteX4" fmla="*/ 189470 w 280486"/>
              <a:gd name="connsiteY4" fmla="*/ 444843 h 519043"/>
              <a:gd name="connsiteX5" fmla="*/ 214184 w 280486"/>
              <a:gd name="connsiteY5" fmla="*/ 411892 h 519043"/>
              <a:gd name="connsiteX6" fmla="*/ 247135 w 280486"/>
              <a:gd name="connsiteY6" fmla="*/ 362465 h 519043"/>
              <a:gd name="connsiteX7" fmla="*/ 263611 w 280486"/>
              <a:gd name="connsiteY7" fmla="*/ 337751 h 519043"/>
              <a:gd name="connsiteX8" fmla="*/ 271848 w 280486"/>
              <a:gd name="connsiteY8" fmla="*/ 313038 h 519043"/>
              <a:gd name="connsiteX9" fmla="*/ 271848 w 280486"/>
              <a:gd name="connsiteY9" fmla="*/ 148281 h 519043"/>
              <a:gd name="connsiteX10" fmla="*/ 255373 w 280486"/>
              <a:gd name="connsiteY10" fmla="*/ 90616 h 519043"/>
              <a:gd name="connsiteX11" fmla="*/ 222421 w 280486"/>
              <a:gd name="connsiteY11" fmla="*/ 65903 h 519043"/>
              <a:gd name="connsiteX12" fmla="*/ 205946 w 280486"/>
              <a:gd name="connsiteY12" fmla="*/ 41189 h 519043"/>
              <a:gd name="connsiteX13" fmla="*/ 123567 w 280486"/>
              <a:gd name="connsiteY13" fmla="*/ 8238 h 519043"/>
              <a:gd name="connsiteX14" fmla="*/ 98854 w 280486"/>
              <a:gd name="connsiteY14" fmla="*/ 0 h 519043"/>
              <a:gd name="connsiteX15" fmla="*/ 41189 w 280486"/>
              <a:gd name="connsiteY15" fmla="*/ 8238 h 519043"/>
              <a:gd name="connsiteX16" fmla="*/ 16475 w 280486"/>
              <a:gd name="connsiteY16" fmla="*/ 24713 h 519043"/>
              <a:gd name="connsiteX17" fmla="*/ 0 w 280486"/>
              <a:gd name="connsiteY17" fmla="*/ 49427 h 51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486" h="519043">
                <a:moveTo>
                  <a:pt x="24713" y="510746"/>
                </a:moveTo>
                <a:cubicBezTo>
                  <a:pt x="91271" y="521839"/>
                  <a:pt x="58294" y="524266"/>
                  <a:pt x="123567" y="502508"/>
                </a:cubicBezTo>
                <a:lnTo>
                  <a:pt x="148281" y="494270"/>
                </a:lnTo>
                <a:cubicBezTo>
                  <a:pt x="156519" y="486032"/>
                  <a:pt x="165536" y="478507"/>
                  <a:pt x="172994" y="469557"/>
                </a:cubicBezTo>
                <a:cubicBezTo>
                  <a:pt x="179332" y="461951"/>
                  <a:pt x="183715" y="452900"/>
                  <a:pt x="189470" y="444843"/>
                </a:cubicBezTo>
                <a:cubicBezTo>
                  <a:pt x="197450" y="433671"/>
                  <a:pt x="206310" y="423140"/>
                  <a:pt x="214184" y="411892"/>
                </a:cubicBezTo>
                <a:cubicBezTo>
                  <a:pt x="225539" y="395670"/>
                  <a:pt x="236151" y="378941"/>
                  <a:pt x="247135" y="362465"/>
                </a:cubicBezTo>
                <a:lnTo>
                  <a:pt x="263611" y="337751"/>
                </a:lnTo>
                <a:cubicBezTo>
                  <a:pt x="266357" y="329513"/>
                  <a:pt x="270145" y="321553"/>
                  <a:pt x="271848" y="313038"/>
                </a:cubicBezTo>
                <a:cubicBezTo>
                  <a:pt x="285361" y="245468"/>
                  <a:pt x="281184" y="227642"/>
                  <a:pt x="271848" y="148281"/>
                </a:cubicBezTo>
                <a:cubicBezTo>
                  <a:pt x="271680" y="146851"/>
                  <a:pt x="259387" y="95433"/>
                  <a:pt x="255373" y="90616"/>
                </a:cubicBezTo>
                <a:cubicBezTo>
                  <a:pt x="246583" y="80069"/>
                  <a:pt x="233405" y="74141"/>
                  <a:pt x="222421" y="65903"/>
                </a:cubicBezTo>
                <a:cubicBezTo>
                  <a:pt x="216929" y="57665"/>
                  <a:pt x="212947" y="48190"/>
                  <a:pt x="205946" y="41189"/>
                </a:cubicBezTo>
                <a:cubicBezTo>
                  <a:pt x="183888" y="19130"/>
                  <a:pt x="151760" y="16293"/>
                  <a:pt x="123567" y="8238"/>
                </a:cubicBezTo>
                <a:cubicBezTo>
                  <a:pt x="115218" y="5852"/>
                  <a:pt x="107092" y="2746"/>
                  <a:pt x="98854" y="0"/>
                </a:cubicBezTo>
                <a:cubicBezTo>
                  <a:pt x="79632" y="2746"/>
                  <a:pt x="59787" y="2659"/>
                  <a:pt x="41189" y="8238"/>
                </a:cubicBezTo>
                <a:cubicBezTo>
                  <a:pt x="31706" y="11083"/>
                  <a:pt x="23476" y="17712"/>
                  <a:pt x="16475" y="24713"/>
                </a:cubicBezTo>
                <a:cubicBezTo>
                  <a:pt x="9474" y="31714"/>
                  <a:pt x="0" y="49427"/>
                  <a:pt x="0" y="4942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07691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 path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connects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076919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50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684634" y="4002217"/>
            <a:ext cx="14847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algn="ctr"/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352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1"/>
          <p:cNvSpPr/>
          <p:nvPr/>
        </p:nvSpPr>
        <p:spPr>
          <a:xfrm>
            <a:off x="4975495" y="5090984"/>
            <a:ext cx="692137" cy="584887"/>
          </a:xfrm>
          <a:custGeom>
            <a:avLst/>
            <a:gdLst>
              <a:gd name="connsiteX0" fmla="*/ 49586 w 692137"/>
              <a:gd name="connsiteY0" fmla="*/ 74141 h 584887"/>
              <a:gd name="connsiteX1" fmla="*/ 49586 w 692137"/>
              <a:gd name="connsiteY1" fmla="*/ 74141 h 584887"/>
              <a:gd name="connsiteX2" fmla="*/ 33110 w 692137"/>
              <a:gd name="connsiteY2" fmla="*/ 205946 h 584887"/>
              <a:gd name="connsiteX3" fmla="*/ 24873 w 692137"/>
              <a:gd name="connsiteY3" fmla="*/ 238898 h 584887"/>
              <a:gd name="connsiteX4" fmla="*/ 8397 w 692137"/>
              <a:gd name="connsiteY4" fmla="*/ 263611 h 584887"/>
              <a:gd name="connsiteX5" fmla="*/ 159 w 692137"/>
              <a:gd name="connsiteY5" fmla="*/ 288325 h 584887"/>
              <a:gd name="connsiteX6" fmla="*/ 8397 w 692137"/>
              <a:gd name="connsiteY6" fmla="*/ 444844 h 584887"/>
              <a:gd name="connsiteX7" fmla="*/ 66062 w 692137"/>
              <a:gd name="connsiteY7" fmla="*/ 518984 h 584887"/>
              <a:gd name="connsiteX8" fmla="*/ 115489 w 692137"/>
              <a:gd name="connsiteY8" fmla="*/ 535460 h 584887"/>
              <a:gd name="connsiteX9" fmla="*/ 140202 w 692137"/>
              <a:gd name="connsiteY9" fmla="*/ 543698 h 584887"/>
              <a:gd name="connsiteX10" fmla="*/ 214343 w 692137"/>
              <a:gd name="connsiteY10" fmla="*/ 568411 h 584887"/>
              <a:gd name="connsiteX11" fmla="*/ 239056 w 692137"/>
              <a:gd name="connsiteY11" fmla="*/ 576649 h 584887"/>
              <a:gd name="connsiteX12" fmla="*/ 272008 w 692137"/>
              <a:gd name="connsiteY12" fmla="*/ 584887 h 584887"/>
              <a:gd name="connsiteX13" fmla="*/ 469716 w 692137"/>
              <a:gd name="connsiteY13" fmla="*/ 576649 h 584887"/>
              <a:gd name="connsiteX14" fmla="*/ 510905 w 692137"/>
              <a:gd name="connsiteY14" fmla="*/ 568411 h 584887"/>
              <a:gd name="connsiteX15" fmla="*/ 560332 w 692137"/>
              <a:gd name="connsiteY15" fmla="*/ 551935 h 584887"/>
              <a:gd name="connsiteX16" fmla="*/ 576808 w 692137"/>
              <a:gd name="connsiteY16" fmla="*/ 527222 h 584887"/>
              <a:gd name="connsiteX17" fmla="*/ 601521 w 692137"/>
              <a:gd name="connsiteY17" fmla="*/ 502508 h 584887"/>
              <a:gd name="connsiteX18" fmla="*/ 609759 w 692137"/>
              <a:gd name="connsiteY18" fmla="*/ 477795 h 584887"/>
              <a:gd name="connsiteX19" fmla="*/ 650948 w 692137"/>
              <a:gd name="connsiteY19" fmla="*/ 428368 h 584887"/>
              <a:gd name="connsiteX20" fmla="*/ 659186 w 692137"/>
              <a:gd name="connsiteY20" fmla="*/ 403654 h 584887"/>
              <a:gd name="connsiteX21" fmla="*/ 675662 w 692137"/>
              <a:gd name="connsiteY21" fmla="*/ 378941 h 584887"/>
              <a:gd name="connsiteX22" fmla="*/ 692137 w 692137"/>
              <a:gd name="connsiteY22" fmla="*/ 329514 h 584887"/>
              <a:gd name="connsiteX23" fmla="*/ 683900 w 692137"/>
              <a:gd name="connsiteY23" fmla="*/ 197708 h 584887"/>
              <a:gd name="connsiteX24" fmla="*/ 642710 w 692137"/>
              <a:gd name="connsiteY24" fmla="*/ 123568 h 584887"/>
              <a:gd name="connsiteX25" fmla="*/ 626235 w 692137"/>
              <a:gd name="connsiteY25" fmla="*/ 98854 h 584887"/>
              <a:gd name="connsiteX26" fmla="*/ 601521 w 692137"/>
              <a:gd name="connsiteY26" fmla="*/ 90616 h 584887"/>
              <a:gd name="connsiteX27" fmla="*/ 552094 w 692137"/>
              <a:gd name="connsiteY27" fmla="*/ 65903 h 584887"/>
              <a:gd name="connsiteX28" fmla="*/ 477954 w 692137"/>
              <a:gd name="connsiteY28" fmla="*/ 24714 h 584887"/>
              <a:gd name="connsiteX29" fmla="*/ 445002 w 692137"/>
              <a:gd name="connsiteY29" fmla="*/ 8238 h 584887"/>
              <a:gd name="connsiteX30" fmla="*/ 403813 w 692137"/>
              <a:gd name="connsiteY30" fmla="*/ 0 h 584887"/>
              <a:gd name="connsiteX31" fmla="*/ 239056 w 692137"/>
              <a:gd name="connsiteY31" fmla="*/ 8238 h 584887"/>
              <a:gd name="connsiteX32" fmla="*/ 173154 w 692137"/>
              <a:gd name="connsiteY32" fmla="*/ 24714 h 584887"/>
              <a:gd name="connsiteX33" fmla="*/ 140202 w 692137"/>
              <a:gd name="connsiteY33" fmla="*/ 41189 h 584887"/>
              <a:gd name="connsiteX34" fmla="*/ 49586 w 692137"/>
              <a:gd name="connsiteY34" fmla="*/ 74141 h 58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137" h="584887">
                <a:moveTo>
                  <a:pt x="49586" y="74141"/>
                </a:moveTo>
                <a:lnTo>
                  <a:pt x="49586" y="74141"/>
                </a:lnTo>
                <a:cubicBezTo>
                  <a:pt x="36435" y="245104"/>
                  <a:pt x="53700" y="133877"/>
                  <a:pt x="33110" y="205946"/>
                </a:cubicBezTo>
                <a:cubicBezTo>
                  <a:pt x="30000" y="216832"/>
                  <a:pt x="29333" y="228491"/>
                  <a:pt x="24873" y="238898"/>
                </a:cubicBezTo>
                <a:cubicBezTo>
                  <a:pt x="20973" y="247998"/>
                  <a:pt x="13889" y="255373"/>
                  <a:pt x="8397" y="263611"/>
                </a:cubicBezTo>
                <a:cubicBezTo>
                  <a:pt x="5651" y="271849"/>
                  <a:pt x="159" y="279641"/>
                  <a:pt x="159" y="288325"/>
                </a:cubicBezTo>
                <a:cubicBezTo>
                  <a:pt x="159" y="340570"/>
                  <a:pt x="-1849" y="393613"/>
                  <a:pt x="8397" y="444844"/>
                </a:cubicBezTo>
                <a:cubicBezTo>
                  <a:pt x="10193" y="453822"/>
                  <a:pt x="49478" y="509771"/>
                  <a:pt x="66062" y="518984"/>
                </a:cubicBezTo>
                <a:cubicBezTo>
                  <a:pt x="81243" y="527418"/>
                  <a:pt x="99013" y="529968"/>
                  <a:pt x="115489" y="535460"/>
                </a:cubicBezTo>
                <a:lnTo>
                  <a:pt x="140202" y="543698"/>
                </a:lnTo>
                <a:lnTo>
                  <a:pt x="214343" y="568411"/>
                </a:lnTo>
                <a:cubicBezTo>
                  <a:pt x="222581" y="571157"/>
                  <a:pt x="230632" y="574543"/>
                  <a:pt x="239056" y="576649"/>
                </a:cubicBezTo>
                <a:lnTo>
                  <a:pt x="272008" y="584887"/>
                </a:lnTo>
                <a:cubicBezTo>
                  <a:pt x="337911" y="582141"/>
                  <a:pt x="403912" y="581187"/>
                  <a:pt x="469716" y="576649"/>
                </a:cubicBezTo>
                <a:cubicBezTo>
                  <a:pt x="483684" y="575686"/>
                  <a:pt x="497397" y="572095"/>
                  <a:pt x="510905" y="568411"/>
                </a:cubicBezTo>
                <a:cubicBezTo>
                  <a:pt x="527660" y="563841"/>
                  <a:pt x="560332" y="551935"/>
                  <a:pt x="560332" y="551935"/>
                </a:cubicBezTo>
                <a:cubicBezTo>
                  <a:pt x="565824" y="543697"/>
                  <a:pt x="570470" y="534828"/>
                  <a:pt x="576808" y="527222"/>
                </a:cubicBezTo>
                <a:cubicBezTo>
                  <a:pt x="584266" y="518272"/>
                  <a:pt x="595059" y="512201"/>
                  <a:pt x="601521" y="502508"/>
                </a:cubicBezTo>
                <a:cubicBezTo>
                  <a:pt x="606338" y="495283"/>
                  <a:pt x="605876" y="485562"/>
                  <a:pt x="609759" y="477795"/>
                </a:cubicBezTo>
                <a:cubicBezTo>
                  <a:pt x="621229" y="454856"/>
                  <a:pt x="632729" y="446587"/>
                  <a:pt x="650948" y="428368"/>
                </a:cubicBezTo>
                <a:cubicBezTo>
                  <a:pt x="653694" y="420130"/>
                  <a:pt x="655303" y="411421"/>
                  <a:pt x="659186" y="403654"/>
                </a:cubicBezTo>
                <a:cubicBezTo>
                  <a:pt x="663614" y="394799"/>
                  <a:pt x="671641" y="387988"/>
                  <a:pt x="675662" y="378941"/>
                </a:cubicBezTo>
                <a:cubicBezTo>
                  <a:pt x="682715" y="363071"/>
                  <a:pt x="692137" y="329514"/>
                  <a:pt x="692137" y="329514"/>
                </a:cubicBezTo>
                <a:cubicBezTo>
                  <a:pt x="689391" y="285579"/>
                  <a:pt x="688508" y="241487"/>
                  <a:pt x="683900" y="197708"/>
                </a:cubicBezTo>
                <a:cubicBezTo>
                  <a:pt x="681182" y="171882"/>
                  <a:pt x="653612" y="139921"/>
                  <a:pt x="642710" y="123568"/>
                </a:cubicBezTo>
                <a:cubicBezTo>
                  <a:pt x="637218" y="115330"/>
                  <a:pt x="635628" y="101985"/>
                  <a:pt x="626235" y="98854"/>
                </a:cubicBezTo>
                <a:cubicBezTo>
                  <a:pt x="617997" y="96108"/>
                  <a:pt x="609288" y="94499"/>
                  <a:pt x="601521" y="90616"/>
                </a:cubicBezTo>
                <a:cubicBezTo>
                  <a:pt x="537643" y="58678"/>
                  <a:pt x="614214" y="86610"/>
                  <a:pt x="552094" y="65903"/>
                </a:cubicBezTo>
                <a:cubicBezTo>
                  <a:pt x="455765" y="1685"/>
                  <a:pt x="538851" y="50813"/>
                  <a:pt x="477954" y="24714"/>
                </a:cubicBezTo>
                <a:cubicBezTo>
                  <a:pt x="466666" y="19876"/>
                  <a:pt x="456652" y="12121"/>
                  <a:pt x="445002" y="8238"/>
                </a:cubicBezTo>
                <a:cubicBezTo>
                  <a:pt x="431719" y="3810"/>
                  <a:pt x="417543" y="2746"/>
                  <a:pt x="403813" y="0"/>
                </a:cubicBezTo>
                <a:cubicBezTo>
                  <a:pt x="348894" y="2746"/>
                  <a:pt x="293868" y="3853"/>
                  <a:pt x="239056" y="8238"/>
                </a:cubicBezTo>
                <a:cubicBezTo>
                  <a:pt x="223201" y="9506"/>
                  <a:pt x="190158" y="17427"/>
                  <a:pt x="173154" y="24714"/>
                </a:cubicBezTo>
                <a:cubicBezTo>
                  <a:pt x="161867" y="29551"/>
                  <a:pt x="151604" y="36628"/>
                  <a:pt x="140202" y="41189"/>
                </a:cubicBezTo>
                <a:cubicBezTo>
                  <a:pt x="48137" y="78014"/>
                  <a:pt x="64689" y="68649"/>
                  <a:pt x="49586" y="74141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940888" y="5366951"/>
            <a:ext cx="761351" cy="1270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0769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Assume, the first vertex along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2400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076919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505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684634" y="4002217"/>
            <a:ext cx="14847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algn="ctr"/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229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Freeform 10"/>
          <p:cNvSpPr/>
          <p:nvPr/>
        </p:nvSpPr>
        <p:spPr>
          <a:xfrm>
            <a:off x="4390767" y="5107460"/>
            <a:ext cx="263611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6870971" y="4221892"/>
            <a:ext cx="385953" cy="313037"/>
          </a:xfrm>
          <a:custGeom>
            <a:avLst/>
            <a:gdLst>
              <a:gd name="connsiteX0" fmla="*/ 263611 w 263611"/>
              <a:gd name="connsiteY0" fmla="*/ 98854 h 313037"/>
              <a:gd name="connsiteX1" fmla="*/ 263611 w 263611"/>
              <a:gd name="connsiteY1" fmla="*/ 98854 h 313037"/>
              <a:gd name="connsiteX2" fmla="*/ 238897 w 263611"/>
              <a:gd name="connsiteY2" fmla="*/ 172994 h 313037"/>
              <a:gd name="connsiteX3" fmla="*/ 214184 w 263611"/>
              <a:gd name="connsiteY3" fmla="*/ 288324 h 313037"/>
              <a:gd name="connsiteX4" fmla="*/ 197708 w 263611"/>
              <a:gd name="connsiteY4" fmla="*/ 313037 h 313037"/>
              <a:gd name="connsiteX5" fmla="*/ 107092 w 263611"/>
              <a:gd name="connsiteY5" fmla="*/ 296562 h 313037"/>
              <a:gd name="connsiteX6" fmla="*/ 82378 w 263611"/>
              <a:gd name="connsiteY6" fmla="*/ 271848 h 313037"/>
              <a:gd name="connsiteX7" fmla="*/ 57665 w 263611"/>
              <a:gd name="connsiteY7" fmla="*/ 255373 h 313037"/>
              <a:gd name="connsiteX8" fmla="*/ 41189 w 263611"/>
              <a:gd name="connsiteY8" fmla="*/ 230659 h 313037"/>
              <a:gd name="connsiteX9" fmla="*/ 16476 w 263611"/>
              <a:gd name="connsiteY9" fmla="*/ 214183 h 313037"/>
              <a:gd name="connsiteX10" fmla="*/ 0 w 263611"/>
              <a:gd name="connsiteY10" fmla="*/ 156519 h 313037"/>
              <a:gd name="connsiteX11" fmla="*/ 8238 w 263611"/>
              <a:gd name="connsiteY11" fmla="*/ 90616 h 313037"/>
              <a:gd name="connsiteX12" fmla="*/ 49427 w 263611"/>
              <a:gd name="connsiteY12" fmla="*/ 49427 h 313037"/>
              <a:gd name="connsiteX13" fmla="*/ 74141 w 263611"/>
              <a:gd name="connsiteY13" fmla="*/ 24713 h 313037"/>
              <a:gd name="connsiteX14" fmla="*/ 123568 w 263611"/>
              <a:gd name="connsiteY14" fmla="*/ 0 h 313037"/>
              <a:gd name="connsiteX15" fmla="*/ 205946 w 263611"/>
              <a:gd name="connsiteY15" fmla="*/ 8237 h 313037"/>
              <a:gd name="connsiteX16" fmla="*/ 230660 w 263611"/>
              <a:gd name="connsiteY16" fmla="*/ 16475 h 313037"/>
              <a:gd name="connsiteX17" fmla="*/ 247135 w 263611"/>
              <a:gd name="connsiteY17" fmla="*/ 41189 h 313037"/>
              <a:gd name="connsiteX18" fmla="*/ 263611 w 263611"/>
              <a:gd name="connsiteY18" fmla="*/ 98854 h 31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3611" h="313037">
                <a:moveTo>
                  <a:pt x="263611" y="98854"/>
                </a:moveTo>
                <a:lnTo>
                  <a:pt x="263611" y="98854"/>
                </a:lnTo>
                <a:cubicBezTo>
                  <a:pt x="255373" y="123567"/>
                  <a:pt x="245609" y="147823"/>
                  <a:pt x="238897" y="172994"/>
                </a:cubicBezTo>
                <a:cubicBezTo>
                  <a:pt x="231799" y="199611"/>
                  <a:pt x="228121" y="267420"/>
                  <a:pt x="214184" y="288324"/>
                </a:cubicBezTo>
                <a:lnTo>
                  <a:pt x="197708" y="313037"/>
                </a:lnTo>
                <a:cubicBezTo>
                  <a:pt x="194911" y="312687"/>
                  <a:pt x="124676" y="308285"/>
                  <a:pt x="107092" y="296562"/>
                </a:cubicBezTo>
                <a:cubicBezTo>
                  <a:pt x="97398" y="290099"/>
                  <a:pt x="91328" y="279306"/>
                  <a:pt x="82378" y="271848"/>
                </a:cubicBezTo>
                <a:cubicBezTo>
                  <a:pt x="74772" y="265510"/>
                  <a:pt x="65903" y="260865"/>
                  <a:pt x="57665" y="255373"/>
                </a:cubicBezTo>
                <a:cubicBezTo>
                  <a:pt x="52173" y="247135"/>
                  <a:pt x="48190" y="237660"/>
                  <a:pt x="41189" y="230659"/>
                </a:cubicBezTo>
                <a:cubicBezTo>
                  <a:pt x="34188" y="223658"/>
                  <a:pt x="22661" y="221914"/>
                  <a:pt x="16476" y="214183"/>
                </a:cubicBezTo>
                <a:cubicBezTo>
                  <a:pt x="12178" y="208811"/>
                  <a:pt x="538" y="158672"/>
                  <a:pt x="0" y="156519"/>
                </a:cubicBezTo>
                <a:cubicBezTo>
                  <a:pt x="2746" y="134551"/>
                  <a:pt x="2413" y="111975"/>
                  <a:pt x="8238" y="90616"/>
                </a:cubicBezTo>
                <a:cubicBezTo>
                  <a:pt x="15346" y="64555"/>
                  <a:pt x="31335" y="64503"/>
                  <a:pt x="49427" y="49427"/>
                </a:cubicBezTo>
                <a:cubicBezTo>
                  <a:pt x="58377" y="41969"/>
                  <a:pt x="65191" y="32171"/>
                  <a:pt x="74141" y="24713"/>
                </a:cubicBezTo>
                <a:cubicBezTo>
                  <a:pt x="95435" y="6968"/>
                  <a:pt x="98797" y="8256"/>
                  <a:pt x="123568" y="0"/>
                </a:cubicBezTo>
                <a:cubicBezTo>
                  <a:pt x="151027" y="2746"/>
                  <a:pt x="178671" y="4041"/>
                  <a:pt x="205946" y="8237"/>
                </a:cubicBezTo>
                <a:cubicBezTo>
                  <a:pt x="214529" y="9557"/>
                  <a:pt x="223879" y="11050"/>
                  <a:pt x="230660" y="16475"/>
                </a:cubicBezTo>
                <a:cubicBezTo>
                  <a:pt x="238391" y="22660"/>
                  <a:pt x="240950" y="33458"/>
                  <a:pt x="247135" y="41189"/>
                </a:cubicBezTo>
                <a:cubicBezTo>
                  <a:pt x="251987" y="47254"/>
                  <a:pt x="260865" y="89243"/>
                  <a:pt x="263611" y="9885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9469" y="3443588"/>
            <a:ext cx="60769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 immediate predecessor in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84634" y="4002217"/>
            <a:ext cx="14847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algn="ctr"/>
            <a:r>
              <a:rPr lang="en-US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066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189469" y="3443588"/>
            <a:ext cx="60769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decomposed into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i="1" baseline="-250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86" y="4274585"/>
            <a:ext cx="2735002" cy="5610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9019" y="4286728"/>
            <a:ext cx="5036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6055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076919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Because,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076919" cy="1938992"/>
              </a:xfrm>
              <a:prstGeom prst="rect">
                <a:avLst/>
              </a:prstGeom>
              <a:blipFill rotWithShape="0">
                <a:blip r:embed="rId4"/>
                <a:stretch>
                  <a:fillRect l="-1505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180837" y="5592114"/>
                <a:ext cx="16971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837" y="5592114"/>
                <a:ext cx="1697131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14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076919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convergence property,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because</a:t>
                </a:r>
              </a:p>
              <a:p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next to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shortest path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076919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1505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180837" y="5592114"/>
                <a:ext cx="16971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837" y="5592114"/>
                <a:ext cx="1697131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220427" y="5816430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427" y="5816430"/>
                <a:ext cx="1557028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 flipV="1">
            <a:off x="6705600" y="5280454"/>
            <a:ext cx="862245" cy="57989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99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07691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076919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50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89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076919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nearer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u.</a:t>
                </a: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076919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1505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9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68912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689126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36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8327465" y="3944553"/>
                <a:ext cx="322417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 smtClean="0"/>
              </a:p>
              <a:p>
                <a:r>
                  <a:rPr 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upper bound property</a:t>
                </a:r>
                <a:endPara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5" y="3944553"/>
                <a:ext cx="3224176" cy="707886"/>
              </a:xfrm>
              <a:prstGeom prst="rect">
                <a:avLst/>
              </a:prstGeom>
              <a:blipFill rotWithShape="0">
                <a:blip r:embed="rId6"/>
                <a:stretch>
                  <a:fillRect l="-189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60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68912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689126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1367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42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68912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derive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689126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1367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26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68912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derive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both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were in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we choose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689126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1367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22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689126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derive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both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were in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we choose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689126" cy="3046988"/>
              </a:xfrm>
              <a:prstGeom prst="rect">
                <a:avLst/>
              </a:prstGeom>
              <a:blipFill rotWithShape="0">
                <a:blip r:embed="rId4"/>
                <a:stretch>
                  <a:fillRect l="-1367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99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469" y="3443588"/>
                <a:ext cx="6689126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derive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both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were in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we choose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69" y="3443588"/>
                <a:ext cx="6689126" cy="3046988"/>
              </a:xfrm>
              <a:prstGeom prst="rect">
                <a:avLst/>
              </a:prstGeom>
              <a:blipFill rotWithShape="0">
                <a:blip r:embed="rId4"/>
                <a:stretch>
                  <a:fillRect l="-1367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48647" y="6193472"/>
                <a:ext cx="311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47" y="6193472"/>
                <a:ext cx="3111686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313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24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8851" y="3443588"/>
                <a:ext cx="668912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1" y="3443588"/>
                <a:ext cx="6689126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1366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3885" y="5575630"/>
                <a:ext cx="28995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found,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5" y="5575630"/>
                <a:ext cx="2899512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336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51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8851" y="3443588"/>
                <a:ext cx="6689126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7030A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1" y="3443588"/>
                <a:ext cx="6689126" cy="2677656"/>
              </a:xfrm>
              <a:prstGeom prst="rect">
                <a:avLst/>
              </a:prstGeom>
              <a:blipFill rotWithShape="0">
                <a:blip r:embed="rId4"/>
                <a:stretch>
                  <a:fillRect l="-1366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3885" y="5575630"/>
                <a:ext cx="28995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found,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5" y="5575630"/>
                <a:ext cx="2899512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336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51495" y="4189962"/>
                <a:ext cx="2003525" cy="1198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95" y="4189962"/>
                <a:ext cx="2003525" cy="1198666"/>
              </a:xfrm>
              <a:prstGeom prst="rect">
                <a:avLst/>
              </a:prstGeom>
              <a:blipFill rotWithShape="0">
                <a:blip r:embed="rId8"/>
                <a:stretch>
                  <a:fillRect l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310393" y="4077050"/>
            <a:ext cx="1166069" cy="14345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226502" y="4070084"/>
            <a:ext cx="1233182" cy="13240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34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Maintenance: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contradiction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vertex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1692771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3790950" y="3851577"/>
            <a:ext cx="4610100" cy="2219325"/>
            <a:chOff x="3790950" y="3851577"/>
            <a:chExt cx="4610100" cy="221932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0950" y="3851577"/>
              <a:ext cx="4610100" cy="2219325"/>
            </a:xfrm>
            <a:prstGeom prst="rect">
              <a:avLst/>
            </a:prstGeom>
          </p:spPr>
        </p:pic>
        <p:sp>
          <p:nvSpPr>
            <p:cNvPr id="14" name="Oval 13"/>
            <p:cNvSpPr/>
            <p:nvPr/>
          </p:nvSpPr>
          <p:spPr>
            <a:xfrm>
              <a:off x="7458669" y="4985306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7339223" y="3902030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5671" y="3402124"/>
                <a:ext cx="7358039" cy="4690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obtained: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added to set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1" y="3402124"/>
                <a:ext cx="7358039" cy="469077"/>
              </a:xfrm>
              <a:prstGeom prst="rect">
                <a:avLst/>
              </a:prstGeom>
              <a:blipFill rotWithShape="0">
                <a:blip r:embed="rId4"/>
                <a:stretch>
                  <a:fillRect l="-1243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982203" y="3961027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203" y="5427507"/>
                <a:ext cx="15570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64" y="3944553"/>
                <a:ext cx="1717137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57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41625" y="1293529"/>
                <a:ext cx="11788188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Theorem 24.6</a:t>
                </a:r>
              </a:p>
              <a:p>
                <a:r>
                  <a:rPr lang="en-US" sz="32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Termination: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0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After termination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=∅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we have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=&gt;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5" y="1293529"/>
                <a:ext cx="11788188" cy="2062103"/>
              </a:xfrm>
              <a:prstGeom prst="rect">
                <a:avLst/>
              </a:prstGeom>
              <a:blipFill rotWithShape="0">
                <a:blip r:embed="rId2"/>
                <a:stretch>
                  <a:fillRect l="-1345" t="-2367" b="-5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5671" y="3402124"/>
                <a:ext cx="7358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=&gt;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vertices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1" y="3402124"/>
                <a:ext cx="735803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243"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/>
          <p:cNvSpPr/>
          <p:nvPr/>
        </p:nvSpPr>
        <p:spPr>
          <a:xfrm>
            <a:off x="3641365" y="3820922"/>
            <a:ext cx="5035811" cy="2438400"/>
          </a:xfrm>
          <a:custGeom>
            <a:avLst/>
            <a:gdLst>
              <a:gd name="connsiteX0" fmla="*/ 4744994 w 5035811"/>
              <a:gd name="connsiteY0" fmla="*/ 74140 h 2438400"/>
              <a:gd name="connsiteX1" fmla="*/ 4744994 w 5035811"/>
              <a:gd name="connsiteY1" fmla="*/ 74140 h 2438400"/>
              <a:gd name="connsiteX2" fmla="*/ 4662616 w 5035811"/>
              <a:gd name="connsiteY2" fmla="*/ 65902 h 2438400"/>
              <a:gd name="connsiteX3" fmla="*/ 4563762 w 5035811"/>
              <a:gd name="connsiteY3" fmla="*/ 57664 h 2438400"/>
              <a:gd name="connsiteX4" fmla="*/ 4539048 w 5035811"/>
              <a:gd name="connsiteY4" fmla="*/ 49427 h 2438400"/>
              <a:gd name="connsiteX5" fmla="*/ 4497859 w 5035811"/>
              <a:gd name="connsiteY5" fmla="*/ 41189 h 2438400"/>
              <a:gd name="connsiteX6" fmla="*/ 4473146 w 5035811"/>
              <a:gd name="connsiteY6" fmla="*/ 32951 h 2438400"/>
              <a:gd name="connsiteX7" fmla="*/ 4407243 w 5035811"/>
              <a:gd name="connsiteY7" fmla="*/ 24713 h 2438400"/>
              <a:gd name="connsiteX8" fmla="*/ 4168346 w 5035811"/>
              <a:gd name="connsiteY8" fmla="*/ 8237 h 2438400"/>
              <a:gd name="connsiteX9" fmla="*/ 4028302 w 5035811"/>
              <a:gd name="connsiteY9" fmla="*/ 0 h 2438400"/>
              <a:gd name="connsiteX10" fmla="*/ 3402227 w 5035811"/>
              <a:gd name="connsiteY10" fmla="*/ 8237 h 2438400"/>
              <a:gd name="connsiteX11" fmla="*/ 3311611 w 5035811"/>
              <a:gd name="connsiteY11" fmla="*/ 16475 h 2438400"/>
              <a:gd name="connsiteX12" fmla="*/ 2875005 w 5035811"/>
              <a:gd name="connsiteY12" fmla="*/ 24713 h 2438400"/>
              <a:gd name="connsiteX13" fmla="*/ 2710248 w 5035811"/>
              <a:gd name="connsiteY13" fmla="*/ 41189 h 2438400"/>
              <a:gd name="connsiteX14" fmla="*/ 1581665 w 5035811"/>
              <a:gd name="connsiteY14" fmla="*/ 49427 h 2438400"/>
              <a:gd name="connsiteX15" fmla="*/ 1359243 w 5035811"/>
              <a:gd name="connsiteY15" fmla="*/ 41189 h 2438400"/>
              <a:gd name="connsiteX16" fmla="*/ 1318054 w 5035811"/>
              <a:gd name="connsiteY16" fmla="*/ 32951 h 2438400"/>
              <a:gd name="connsiteX17" fmla="*/ 1268627 w 5035811"/>
              <a:gd name="connsiteY17" fmla="*/ 24713 h 2438400"/>
              <a:gd name="connsiteX18" fmla="*/ 1243913 w 5035811"/>
              <a:gd name="connsiteY18" fmla="*/ 16475 h 2438400"/>
              <a:gd name="connsiteX19" fmla="*/ 1186248 w 5035811"/>
              <a:gd name="connsiteY19" fmla="*/ 8237 h 2438400"/>
              <a:gd name="connsiteX20" fmla="*/ 1013254 w 5035811"/>
              <a:gd name="connsiteY20" fmla="*/ 16475 h 2438400"/>
              <a:gd name="connsiteX21" fmla="*/ 939113 w 5035811"/>
              <a:gd name="connsiteY21" fmla="*/ 32951 h 2438400"/>
              <a:gd name="connsiteX22" fmla="*/ 889686 w 5035811"/>
              <a:gd name="connsiteY22" fmla="*/ 41189 h 2438400"/>
              <a:gd name="connsiteX23" fmla="*/ 823784 w 5035811"/>
              <a:gd name="connsiteY23" fmla="*/ 82378 h 2438400"/>
              <a:gd name="connsiteX24" fmla="*/ 782594 w 5035811"/>
              <a:gd name="connsiteY24" fmla="*/ 214183 h 2438400"/>
              <a:gd name="connsiteX25" fmla="*/ 757881 w 5035811"/>
              <a:gd name="connsiteY25" fmla="*/ 222421 h 2438400"/>
              <a:gd name="connsiteX26" fmla="*/ 724929 w 5035811"/>
              <a:gd name="connsiteY26" fmla="*/ 247135 h 2438400"/>
              <a:gd name="connsiteX27" fmla="*/ 700216 w 5035811"/>
              <a:gd name="connsiteY27" fmla="*/ 263610 h 2438400"/>
              <a:gd name="connsiteX28" fmla="*/ 675502 w 5035811"/>
              <a:gd name="connsiteY28" fmla="*/ 288324 h 2438400"/>
              <a:gd name="connsiteX29" fmla="*/ 626075 w 5035811"/>
              <a:gd name="connsiteY29" fmla="*/ 321275 h 2438400"/>
              <a:gd name="connsiteX30" fmla="*/ 601362 w 5035811"/>
              <a:gd name="connsiteY30" fmla="*/ 337751 h 2438400"/>
              <a:gd name="connsiteX31" fmla="*/ 576648 w 5035811"/>
              <a:gd name="connsiteY31" fmla="*/ 354227 h 2438400"/>
              <a:gd name="connsiteX32" fmla="*/ 502508 w 5035811"/>
              <a:gd name="connsiteY32" fmla="*/ 387178 h 2438400"/>
              <a:gd name="connsiteX33" fmla="*/ 362465 w 5035811"/>
              <a:gd name="connsiteY33" fmla="*/ 395416 h 2438400"/>
              <a:gd name="connsiteX34" fmla="*/ 255373 w 5035811"/>
              <a:gd name="connsiteY34" fmla="*/ 420129 h 2438400"/>
              <a:gd name="connsiteX35" fmla="*/ 222421 w 5035811"/>
              <a:gd name="connsiteY35" fmla="*/ 436605 h 2438400"/>
              <a:gd name="connsiteX36" fmla="*/ 197708 w 5035811"/>
              <a:gd name="connsiteY36" fmla="*/ 461319 h 2438400"/>
              <a:gd name="connsiteX37" fmla="*/ 164757 w 5035811"/>
              <a:gd name="connsiteY37" fmla="*/ 518983 h 2438400"/>
              <a:gd name="connsiteX38" fmla="*/ 148281 w 5035811"/>
              <a:gd name="connsiteY38" fmla="*/ 543697 h 2438400"/>
              <a:gd name="connsiteX39" fmla="*/ 140043 w 5035811"/>
              <a:gd name="connsiteY39" fmla="*/ 584886 h 2438400"/>
              <a:gd name="connsiteX40" fmla="*/ 107092 w 5035811"/>
              <a:gd name="connsiteY40" fmla="*/ 642551 h 2438400"/>
              <a:gd name="connsiteX41" fmla="*/ 90616 w 5035811"/>
              <a:gd name="connsiteY41" fmla="*/ 700216 h 2438400"/>
              <a:gd name="connsiteX42" fmla="*/ 82378 w 5035811"/>
              <a:gd name="connsiteY42" fmla="*/ 724929 h 2438400"/>
              <a:gd name="connsiteX43" fmla="*/ 65902 w 5035811"/>
              <a:gd name="connsiteY43" fmla="*/ 782594 h 2438400"/>
              <a:gd name="connsiteX44" fmla="*/ 49427 w 5035811"/>
              <a:gd name="connsiteY44" fmla="*/ 914400 h 2438400"/>
              <a:gd name="connsiteX45" fmla="*/ 74140 w 5035811"/>
              <a:gd name="connsiteY45" fmla="*/ 1087394 h 2438400"/>
              <a:gd name="connsiteX46" fmla="*/ 98854 w 5035811"/>
              <a:gd name="connsiteY46" fmla="*/ 1103870 h 2438400"/>
              <a:gd name="connsiteX47" fmla="*/ 107092 w 5035811"/>
              <a:gd name="connsiteY47" fmla="*/ 1136821 h 2438400"/>
              <a:gd name="connsiteX48" fmla="*/ 123567 w 5035811"/>
              <a:gd name="connsiteY48" fmla="*/ 1169773 h 2438400"/>
              <a:gd name="connsiteX49" fmla="*/ 115329 w 5035811"/>
              <a:gd name="connsiteY49" fmla="*/ 1268627 h 2438400"/>
              <a:gd name="connsiteX50" fmla="*/ 90616 w 5035811"/>
              <a:gd name="connsiteY50" fmla="*/ 1359243 h 2438400"/>
              <a:gd name="connsiteX51" fmla="*/ 82378 w 5035811"/>
              <a:gd name="connsiteY51" fmla="*/ 1383956 h 2438400"/>
              <a:gd name="connsiteX52" fmla="*/ 65902 w 5035811"/>
              <a:gd name="connsiteY52" fmla="*/ 1408670 h 2438400"/>
              <a:gd name="connsiteX53" fmla="*/ 49427 w 5035811"/>
              <a:gd name="connsiteY53" fmla="*/ 1466335 h 2438400"/>
              <a:gd name="connsiteX54" fmla="*/ 32951 w 5035811"/>
              <a:gd name="connsiteY54" fmla="*/ 1540475 h 2438400"/>
              <a:gd name="connsiteX55" fmla="*/ 16475 w 5035811"/>
              <a:gd name="connsiteY55" fmla="*/ 1589902 h 2438400"/>
              <a:gd name="connsiteX56" fmla="*/ 0 w 5035811"/>
              <a:gd name="connsiteY56" fmla="*/ 1696994 h 2438400"/>
              <a:gd name="connsiteX57" fmla="*/ 8238 w 5035811"/>
              <a:gd name="connsiteY57" fmla="*/ 1861751 h 2438400"/>
              <a:gd name="connsiteX58" fmla="*/ 24713 w 5035811"/>
              <a:gd name="connsiteY58" fmla="*/ 1935891 h 2438400"/>
              <a:gd name="connsiteX59" fmla="*/ 41189 w 5035811"/>
              <a:gd name="connsiteY59" fmla="*/ 1977081 h 2438400"/>
              <a:gd name="connsiteX60" fmla="*/ 74140 w 5035811"/>
              <a:gd name="connsiteY60" fmla="*/ 2067697 h 2438400"/>
              <a:gd name="connsiteX61" fmla="*/ 90616 w 5035811"/>
              <a:gd name="connsiteY61" fmla="*/ 2125362 h 2438400"/>
              <a:gd name="connsiteX62" fmla="*/ 107092 w 5035811"/>
              <a:gd name="connsiteY62" fmla="*/ 2150075 h 2438400"/>
              <a:gd name="connsiteX63" fmla="*/ 123567 w 5035811"/>
              <a:gd name="connsiteY63" fmla="*/ 2207740 h 2438400"/>
              <a:gd name="connsiteX64" fmla="*/ 131805 w 5035811"/>
              <a:gd name="connsiteY64" fmla="*/ 2232454 h 2438400"/>
              <a:gd name="connsiteX65" fmla="*/ 164757 w 5035811"/>
              <a:gd name="connsiteY65" fmla="*/ 2281881 h 2438400"/>
              <a:gd name="connsiteX66" fmla="*/ 172994 w 5035811"/>
              <a:gd name="connsiteY66" fmla="*/ 2306594 h 2438400"/>
              <a:gd name="connsiteX67" fmla="*/ 222421 w 5035811"/>
              <a:gd name="connsiteY67" fmla="*/ 2339546 h 2438400"/>
              <a:gd name="connsiteX68" fmla="*/ 288324 w 5035811"/>
              <a:gd name="connsiteY68" fmla="*/ 2364259 h 2438400"/>
              <a:gd name="connsiteX69" fmla="*/ 370702 w 5035811"/>
              <a:gd name="connsiteY69" fmla="*/ 2388973 h 2438400"/>
              <a:gd name="connsiteX70" fmla="*/ 411892 w 5035811"/>
              <a:gd name="connsiteY70" fmla="*/ 2397210 h 2438400"/>
              <a:gd name="connsiteX71" fmla="*/ 477794 w 5035811"/>
              <a:gd name="connsiteY71" fmla="*/ 2413686 h 2438400"/>
              <a:gd name="connsiteX72" fmla="*/ 551935 w 5035811"/>
              <a:gd name="connsiteY72" fmla="*/ 2421924 h 2438400"/>
              <a:gd name="connsiteX73" fmla="*/ 584886 w 5035811"/>
              <a:gd name="connsiteY73" fmla="*/ 2430162 h 2438400"/>
              <a:gd name="connsiteX74" fmla="*/ 609600 w 5035811"/>
              <a:gd name="connsiteY74" fmla="*/ 2438400 h 2438400"/>
              <a:gd name="connsiteX75" fmla="*/ 733167 w 5035811"/>
              <a:gd name="connsiteY75" fmla="*/ 2430162 h 2438400"/>
              <a:gd name="connsiteX76" fmla="*/ 766119 w 5035811"/>
              <a:gd name="connsiteY76" fmla="*/ 2347783 h 2438400"/>
              <a:gd name="connsiteX77" fmla="*/ 774357 w 5035811"/>
              <a:gd name="connsiteY77" fmla="*/ 2323070 h 2438400"/>
              <a:gd name="connsiteX78" fmla="*/ 799070 w 5035811"/>
              <a:gd name="connsiteY78" fmla="*/ 2306594 h 2438400"/>
              <a:gd name="connsiteX79" fmla="*/ 873211 w 5035811"/>
              <a:gd name="connsiteY79" fmla="*/ 2248929 h 2438400"/>
              <a:gd name="connsiteX80" fmla="*/ 897924 w 5035811"/>
              <a:gd name="connsiteY80" fmla="*/ 2240691 h 2438400"/>
              <a:gd name="connsiteX81" fmla="*/ 947351 w 5035811"/>
              <a:gd name="connsiteY81" fmla="*/ 2215978 h 2438400"/>
              <a:gd name="connsiteX82" fmla="*/ 1054443 w 5035811"/>
              <a:gd name="connsiteY82" fmla="*/ 2207740 h 2438400"/>
              <a:gd name="connsiteX83" fmla="*/ 1210962 w 5035811"/>
              <a:gd name="connsiteY83" fmla="*/ 2215978 h 2438400"/>
              <a:gd name="connsiteX84" fmla="*/ 1243913 w 5035811"/>
              <a:gd name="connsiteY84" fmla="*/ 2224216 h 2438400"/>
              <a:gd name="connsiteX85" fmla="*/ 1285102 w 5035811"/>
              <a:gd name="connsiteY85" fmla="*/ 2232454 h 2438400"/>
              <a:gd name="connsiteX86" fmla="*/ 1318054 w 5035811"/>
              <a:gd name="connsiteY86" fmla="*/ 2240691 h 2438400"/>
              <a:gd name="connsiteX87" fmla="*/ 1367481 w 5035811"/>
              <a:gd name="connsiteY87" fmla="*/ 2248929 h 2438400"/>
              <a:gd name="connsiteX88" fmla="*/ 1441621 w 5035811"/>
              <a:gd name="connsiteY88" fmla="*/ 2273643 h 2438400"/>
              <a:gd name="connsiteX89" fmla="*/ 1491048 w 5035811"/>
              <a:gd name="connsiteY89" fmla="*/ 2290119 h 2438400"/>
              <a:gd name="connsiteX90" fmla="*/ 1532238 w 5035811"/>
              <a:gd name="connsiteY90" fmla="*/ 2298356 h 2438400"/>
              <a:gd name="connsiteX91" fmla="*/ 1556951 w 5035811"/>
              <a:gd name="connsiteY91" fmla="*/ 2306594 h 2438400"/>
              <a:gd name="connsiteX92" fmla="*/ 1606378 w 5035811"/>
              <a:gd name="connsiteY92" fmla="*/ 2314832 h 2438400"/>
              <a:gd name="connsiteX93" fmla="*/ 1680519 w 5035811"/>
              <a:gd name="connsiteY93" fmla="*/ 2331308 h 2438400"/>
              <a:gd name="connsiteX94" fmla="*/ 1738184 w 5035811"/>
              <a:gd name="connsiteY94" fmla="*/ 2339546 h 2438400"/>
              <a:gd name="connsiteX95" fmla="*/ 2108886 w 5035811"/>
              <a:gd name="connsiteY95" fmla="*/ 2331308 h 2438400"/>
              <a:gd name="connsiteX96" fmla="*/ 2191265 w 5035811"/>
              <a:gd name="connsiteY96" fmla="*/ 2281881 h 2438400"/>
              <a:gd name="connsiteX97" fmla="*/ 2207740 w 5035811"/>
              <a:gd name="connsiteY97" fmla="*/ 2257167 h 2438400"/>
              <a:gd name="connsiteX98" fmla="*/ 2240692 w 5035811"/>
              <a:gd name="connsiteY98" fmla="*/ 2232454 h 2438400"/>
              <a:gd name="connsiteX99" fmla="*/ 2273643 w 5035811"/>
              <a:gd name="connsiteY99" fmla="*/ 2183027 h 2438400"/>
              <a:gd name="connsiteX100" fmla="*/ 2298357 w 5035811"/>
              <a:gd name="connsiteY100" fmla="*/ 2133600 h 2438400"/>
              <a:gd name="connsiteX101" fmla="*/ 2331308 w 5035811"/>
              <a:gd name="connsiteY101" fmla="*/ 2034746 h 2438400"/>
              <a:gd name="connsiteX102" fmla="*/ 2347784 w 5035811"/>
              <a:gd name="connsiteY102" fmla="*/ 1985319 h 2438400"/>
              <a:gd name="connsiteX103" fmla="*/ 2364259 w 5035811"/>
              <a:gd name="connsiteY103" fmla="*/ 1960605 h 2438400"/>
              <a:gd name="connsiteX104" fmla="*/ 2405448 w 5035811"/>
              <a:gd name="connsiteY104" fmla="*/ 1869989 h 2438400"/>
              <a:gd name="connsiteX105" fmla="*/ 2421924 w 5035811"/>
              <a:gd name="connsiteY105" fmla="*/ 1845275 h 2438400"/>
              <a:gd name="connsiteX106" fmla="*/ 2430162 w 5035811"/>
              <a:gd name="connsiteY106" fmla="*/ 1820562 h 2438400"/>
              <a:gd name="connsiteX107" fmla="*/ 2454875 w 5035811"/>
              <a:gd name="connsiteY107" fmla="*/ 1804086 h 2438400"/>
              <a:gd name="connsiteX108" fmla="*/ 2496065 w 5035811"/>
              <a:gd name="connsiteY108" fmla="*/ 1754659 h 2438400"/>
              <a:gd name="connsiteX109" fmla="*/ 2529016 w 5035811"/>
              <a:gd name="connsiteY109" fmla="*/ 1705232 h 2438400"/>
              <a:gd name="connsiteX110" fmla="*/ 2578443 w 5035811"/>
              <a:gd name="connsiteY110" fmla="*/ 1680519 h 2438400"/>
              <a:gd name="connsiteX111" fmla="*/ 2603157 w 5035811"/>
              <a:gd name="connsiteY111" fmla="*/ 1672281 h 2438400"/>
              <a:gd name="connsiteX112" fmla="*/ 3286897 w 5035811"/>
              <a:gd name="connsiteY112" fmla="*/ 1664043 h 2438400"/>
              <a:gd name="connsiteX113" fmla="*/ 3328086 w 5035811"/>
              <a:gd name="connsiteY113" fmla="*/ 1631091 h 2438400"/>
              <a:gd name="connsiteX114" fmla="*/ 3377513 w 5035811"/>
              <a:gd name="connsiteY114" fmla="*/ 1589902 h 2438400"/>
              <a:gd name="connsiteX115" fmla="*/ 3393989 w 5035811"/>
              <a:gd name="connsiteY115" fmla="*/ 1565189 h 2438400"/>
              <a:gd name="connsiteX116" fmla="*/ 3426940 w 5035811"/>
              <a:gd name="connsiteY116" fmla="*/ 1548713 h 2438400"/>
              <a:gd name="connsiteX117" fmla="*/ 3476367 w 5035811"/>
              <a:gd name="connsiteY117" fmla="*/ 1524000 h 2438400"/>
              <a:gd name="connsiteX118" fmla="*/ 3575221 w 5035811"/>
              <a:gd name="connsiteY118" fmla="*/ 1532237 h 2438400"/>
              <a:gd name="connsiteX119" fmla="*/ 3599935 w 5035811"/>
              <a:gd name="connsiteY119" fmla="*/ 1548713 h 2438400"/>
              <a:gd name="connsiteX120" fmla="*/ 3649362 w 5035811"/>
              <a:gd name="connsiteY120" fmla="*/ 1556951 h 2438400"/>
              <a:gd name="connsiteX121" fmla="*/ 3690551 w 5035811"/>
              <a:gd name="connsiteY121" fmla="*/ 1581664 h 2438400"/>
              <a:gd name="connsiteX122" fmla="*/ 3748216 w 5035811"/>
              <a:gd name="connsiteY122" fmla="*/ 1606378 h 2438400"/>
              <a:gd name="connsiteX123" fmla="*/ 3772929 w 5035811"/>
              <a:gd name="connsiteY123" fmla="*/ 1631091 h 2438400"/>
              <a:gd name="connsiteX124" fmla="*/ 3805881 w 5035811"/>
              <a:gd name="connsiteY124" fmla="*/ 1647567 h 2438400"/>
              <a:gd name="connsiteX125" fmla="*/ 3855308 w 5035811"/>
              <a:gd name="connsiteY125" fmla="*/ 1680519 h 2438400"/>
              <a:gd name="connsiteX126" fmla="*/ 3912973 w 5035811"/>
              <a:gd name="connsiteY126" fmla="*/ 1705232 h 2438400"/>
              <a:gd name="connsiteX127" fmla="*/ 3978875 w 5035811"/>
              <a:gd name="connsiteY127" fmla="*/ 1729946 h 2438400"/>
              <a:gd name="connsiteX128" fmla="*/ 4028302 w 5035811"/>
              <a:gd name="connsiteY128" fmla="*/ 1746421 h 2438400"/>
              <a:gd name="connsiteX129" fmla="*/ 4053016 w 5035811"/>
              <a:gd name="connsiteY129" fmla="*/ 1754659 h 2438400"/>
              <a:gd name="connsiteX130" fmla="*/ 4077729 w 5035811"/>
              <a:gd name="connsiteY130" fmla="*/ 1771135 h 2438400"/>
              <a:gd name="connsiteX131" fmla="*/ 4110681 w 5035811"/>
              <a:gd name="connsiteY131" fmla="*/ 1779373 h 2438400"/>
              <a:gd name="connsiteX132" fmla="*/ 4226011 w 5035811"/>
              <a:gd name="connsiteY132" fmla="*/ 1804086 h 2438400"/>
              <a:gd name="connsiteX133" fmla="*/ 4258962 w 5035811"/>
              <a:gd name="connsiteY133" fmla="*/ 1812324 h 2438400"/>
              <a:gd name="connsiteX134" fmla="*/ 4308389 w 5035811"/>
              <a:gd name="connsiteY134" fmla="*/ 1828800 h 2438400"/>
              <a:gd name="connsiteX135" fmla="*/ 4423719 w 5035811"/>
              <a:gd name="connsiteY135" fmla="*/ 1845275 h 2438400"/>
              <a:gd name="connsiteX136" fmla="*/ 4530811 w 5035811"/>
              <a:gd name="connsiteY136" fmla="*/ 1861751 h 2438400"/>
              <a:gd name="connsiteX137" fmla="*/ 4703805 w 5035811"/>
              <a:gd name="connsiteY137" fmla="*/ 1878227 h 2438400"/>
              <a:gd name="connsiteX138" fmla="*/ 4901513 w 5035811"/>
              <a:gd name="connsiteY138" fmla="*/ 1869989 h 2438400"/>
              <a:gd name="connsiteX139" fmla="*/ 4950940 w 5035811"/>
              <a:gd name="connsiteY139" fmla="*/ 1779373 h 2438400"/>
              <a:gd name="connsiteX140" fmla="*/ 4959178 w 5035811"/>
              <a:gd name="connsiteY140" fmla="*/ 1746421 h 2438400"/>
              <a:gd name="connsiteX141" fmla="*/ 4975654 w 5035811"/>
              <a:gd name="connsiteY141" fmla="*/ 1713470 h 2438400"/>
              <a:gd name="connsiteX142" fmla="*/ 4992129 w 5035811"/>
              <a:gd name="connsiteY142" fmla="*/ 1664043 h 2438400"/>
              <a:gd name="connsiteX143" fmla="*/ 5000367 w 5035811"/>
              <a:gd name="connsiteY143" fmla="*/ 1639329 h 2438400"/>
              <a:gd name="connsiteX144" fmla="*/ 5008605 w 5035811"/>
              <a:gd name="connsiteY144" fmla="*/ 1614616 h 2438400"/>
              <a:gd name="connsiteX145" fmla="*/ 5025081 w 5035811"/>
              <a:gd name="connsiteY145" fmla="*/ 1556951 h 2438400"/>
              <a:gd name="connsiteX146" fmla="*/ 5025081 w 5035811"/>
              <a:gd name="connsiteY146" fmla="*/ 1046205 h 2438400"/>
              <a:gd name="connsiteX147" fmla="*/ 5033319 w 5035811"/>
              <a:gd name="connsiteY147" fmla="*/ 494270 h 2438400"/>
              <a:gd name="connsiteX148" fmla="*/ 5025081 w 5035811"/>
              <a:gd name="connsiteY148" fmla="*/ 255373 h 2438400"/>
              <a:gd name="connsiteX149" fmla="*/ 5016843 w 5035811"/>
              <a:gd name="connsiteY149" fmla="*/ 214183 h 2438400"/>
              <a:gd name="connsiteX150" fmla="*/ 5008605 w 5035811"/>
              <a:gd name="connsiteY150" fmla="*/ 164756 h 2438400"/>
              <a:gd name="connsiteX151" fmla="*/ 5000367 w 5035811"/>
              <a:gd name="connsiteY151" fmla="*/ 140043 h 2438400"/>
              <a:gd name="connsiteX152" fmla="*/ 4942702 w 5035811"/>
              <a:gd name="connsiteY152" fmla="*/ 74140 h 2438400"/>
              <a:gd name="connsiteX153" fmla="*/ 4893275 w 5035811"/>
              <a:gd name="connsiteY153" fmla="*/ 57664 h 2438400"/>
              <a:gd name="connsiteX154" fmla="*/ 4744994 w 5035811"/>
              <a:gd name="connsiteY154" fmla="*/ 7414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5035811" h="2438400">
                <a:moveTo>
                  <a:pt x="4744994" y="74140"/>
                </a:moveTo>
                <a:lnTo>
                  <a:pt x="4744994" y="74140"/>
                </a:lnTo>
                <a:lnTo>
                  <a:pt x="4662616" y="65902"/>
                </a:lnTo>
                <a:cubicBezTo>
                  <a:pt x="4629686" y="62908"/>
                  <a:pt x="4596538" y="62034"/>
                  <a:pt x="4563762" y="57664"/>
                </a:cubicBezTo>
                <a:cubicBezTo>
                  <a:pt x="4555155" y="56516"/>
                  <a:pt x="4547472" y="51533"/>
                  <a:pt x="4539048" y="49427"/>
                </a:cubicBezTo>
                <a:cubicBezTo>
                  <a:pt x="4525464" y="46031"/>
                  <a:pt x="4511443" y="44585"/>
                  <a:pt x="4497859" y="41189"/>
                </a:cubicBezTo>
                <a:cubicBezTo>
                  <a:pt x="4489435" y="39083"/>
                  <a:pt x="4481689" y="34504"/>
                  <a:pt x="4473146" y="32951"/>
                </a:cubicBezTo>
                <a:cubicBezTo>
                  <a:pt x="4451364" y="28991"/>
                  <a:pt x="4429246" y="27158"/>
                  <a:pt x="4407243" y="24713"/>
                </a:cubicBezTo>
                <a:cubicBezTo>
                  <a:pt x="4294638" y="12201"/>
                  <a:pt x="4311229" y="16175"/>
                  <a:pt x="4168346" y="8237"/>
                </a:cubicBezTo>
                <a:lnTo>
                  <a:pt x="4028302" y="0"/>
                </a:lnTo>
                <a:lnTo>
                  <a:pt x="3402227" y="8237"/>
                </a:lnTo>
                <a:cubicBezTo>
                  <a:pt x="3371905" y="8934"/>
                  <a:pt x="3341926" y="15528"/>
                  <a:pt x="3311611" y="16475"/>
                </a:cubicBezTo>
                <a:cubicBezTo>
                  <a:pt x="3166121" y="21022"/>
                  <a:pt x="3020540" y="21967"/>
                  <a:pt x="2875005" y="24713"/>
                </a:cubicBezTo>
                <a:cubicBezTo>
                  <a:pt x="2809254" y="35672"/>
                  <a:pt x="2792183" y="40104"/>
                  <a:pt x="2710248" y="41189"/>
                </a:cubicBezTo>
                <a:lnTo>
                  <a:pt x="1581665" y="49427"/>
                </a:lnTo>
                <a:cubicBezTo>
                  <a:pt x="1507524" y="46681"/>
                  <a:pt x="1433290" y="45817"/>
                  <a:pt x="1359243" y="41189"/>
                </a:cubicBezTo>
                <a:cubicBezTo>
                  <a:pt x="1345269" y="40316"/>
                  <a:pt x="1331830" y="35456"/>
                  <a:pt x="1318054" y="32951"/>
                </a:cubicBezTo>
                <a:cubicBezTo>
                  <a:pt x="1301620" y="29963"/>
                  <a:pt x="1284932" y="28336"/>
                  <a:pt x="1268627" y="24713"/>
                </a:cubicBezTo>
                <a:cubicBezTo>
                  <a:pt x="1260150" y="22829"/>
                  <a:pt x="1252428" y="18178"/>
                  <a:pt x="1243913" y="16475"/>
                </a:cubicBezTo>
                <a:cubicBezTo>
                  <a:pt x="1224873" y="12667"/>
                  <a:pt x="1205470" y="10983"/>
                  <a:pt x="1186248" y="8237"/>
                </a:cubicBezTo>
                <a:cubicBezTo>
                  <a:pt x="1128583" y="10983"/>
                  <a:pt x="1070814" y="12047"/>
                  <a:pt x="1013254" y="16475"/>
                </a:cubicBezTo>
                <a:cubicBezTo>
                  <a:pt x="989877" y="18273"/>
                  <a:pt x="962268" y="28320"/>
                  <a:pt x="939113" y="32951"/>
                </a:cubicBezTo>
                <a:cubicBezTo>
                  <a:pt x="922734" y="36227"/>
                  <a:pt x="906162" y="38443"/>
                  <a:pt x="889686" y="41189"/>
                </a:cubicBezTo>
                <a:cubicBezTo>
                  <a:pt x="830866" y="60795"/>
                  <a:pt x="849892" y="43214"/>
                  <a:pt x="823784" y="82378"/>
                </a:cubicBezTo>
                <a:cubicBezTo>
                  <a:pt x="821693" y="103289"/>
                  <a:pt x="825029" y="200037"/>
                  <a:pt x="782594" y="214183"/>
                </a:cubicBezTo>
                <a:lnTo>
                  <a:pt x="757881" y="222421"/>
                </a:lnTo>
                <a:cubicBezTo>
                  <a:pt x="746897" y="230659"/>
                  <a:pt x="736102" y="239155"/>
                  <a:pt x="724929" y="247135"/>
                </a:cubicBezTo>
                <a:cubicBezTo>
                  <a:pt x="716873" y="252889"/>
                  <a:pt x="707822" y="257272"/>
                  <a:pt x="700216" y="263610"/>
                </a:cubicBezTo>
                <a:cubicBezTo>
                  <a:pt x="691266" y="271068"/>
                  <a:pt x="684698" y="281171"/>
                  <a:pt x="675502" y="288324"/>
                </a:cubicBezTo>
                <a:cubicBezTo>
                  <a:pt x="659872" y="300481"/>
                  <a:pt x="642551" y="310291"/>
                  <a:pt x="626075" y="321275"/>
                </a:cubicBezTo>
                <a:lnTo>
                  <a:pt x="601362" y="337751"/>
                </a:lnTo>
                <a:lnTo>
                  <a:pt x="576648" y="354227"/>
                </a:lnTo>
                <a:cubicBezTo>
                  <a:pt x="552629" y="370240"/>
                  <a:pt x="534762" y="385281"/>
                  <a:pt x="502508" y="387178"/>
                </a:cubicBezTo>
                <a:lnTo>
                  <a:pt x="362465" y="395416"/>
                </a:lnTo>
                <a:cubicBezTo>
                  <a:pt x="340468" y="399815"/>
                  <a:pt x="285289" y="407308"/>
                  <a:pt x="255373" y="420129"/>
                </a:cubicBezTo>
                <a:cubicBezTo>
                  <a:pt x="244085" y="424967"/>
                  <a:pt x="233405" y="431113"/>
                  <a:pt x="222421" y="436605"/>
                </a:cubicBezTo>
                <a:cubicBezTo>
                  <a:pt x="214183" y="444843"/>
                  <a:pt x="205166" y="452369"/>
                  <a:pt x="197708" y="461319"/>
                </a:cubicBezTo>
                <a:cubicBezTo>
                  <a:pt x="179458" y="483219"/>
                  <a:pt x="179410" y="493339"/>
                  <a:pt x="164757" y="518983"/>
                </a:cubicBezTo>
                <a:cubicBezTo>
                  <a:pt x="159845" y="527579"/>
                  <a:pt x="153773" y="535459"/>
                  <a:pt x="148281" y="543697"/>
                </a:cubicBezTo>
                <a:cubicBezTo>
                  <a:pt x="145535" y="557427"/>
                  <a:pt x="144471" y="571603"/>
                  <a:pt x="140043" y="584886"/>
                </a:cubicBezTo>
                <a:cubicBezTo>
                  <a:pt x="125603" y="628204"/>
                  <a:pt x="125167" y="606400"/>
                  <a:pt x="107092" y="642551"/>
                </a:cubicBezTo>
                <a:cubicBezTo>
                  <a:pt x="100507" y="655722"/>
                  <a:pt x="94136" y="687895"/>
                  <a:pt x="90616" y="700216"/>
                </a:cubicBezTo>
                <a:cubicBezTo>
                  <a:pt x="88230" y="708565"/>
                  <a:pt x="84764" y="716580"/>
                  <a:pt x="82378" y="724929"/>
                </a:cubicBezTo>
                <a:cubicBezTo>
                  <a:pt x="61690" y="797336"/>
                  <a:pt x="85654" y="723341"/>
                  <a:pt x="65902" y="782594"/>
                </a:cubicBezTo>
                <a:cubicBezTo>
                  <a:pt x="62256" y="808119"/>
                  <a:pt x="49427" y="893644"/>
                  <a:pt x="49427" y="914400"/>
                </a:cubicBezTo>
                <a:cubicBezTo>
                  <a:pt x="49427" y="942049"/>
                  <a:pt x="39106" y="1045353"/>
                  <a:pt x="74140" y="1087394"/>
                </a:cubicBezTo>
                <a:cubicBezTo>
                  <a:pt x="80478" y="1095000"/>
                  <a:pt x="90616" y="1098378"/>
                  <a:pt x="98854" y="1103870"/>
                </a:cubicBezTo>
                <a:cubicBezTo>
                  <a:pt x="101600" y="1114854"/>
                  <a:pt x="103117" y="1126220"/>
                  <a:pt x="107092" y="1136821"/>
                </a:cubicBezTo>
                <a:cubicBezTo>
                  <a:pt x="111404" y="1148319"/>
                  <a:pt x="122801" y="1157517"/>
                  <a:pt x="123567" y="1169773"/>
                </a:cubicBezTo>
                <a:cubicBezTo>
                  <a:pt x="125629" y="1202774"/>
                  <a:pt x="119192" y="1235788"/>
                  <a:pt x="115329" y="1268627"/>
                </a:cubicBezTo>
                <a:cubicBezTo>
                  <a:pt x="111095" y="1304622"/>
                  <a:pt x="102331" y="1324099"/>
                  <a:pt x="90616" y="1359243"/>
                </a:cubicBezTo>
                <a:cubicBezTo>
                  <a:pt x="87870" y="1367481"/>
                  <a:pt x="87195" y="1376731"/>
                  <a:pt x="82378" y="1383956"/>
                </a:cubicBezTo>
                <a:lnTo>
                  <a:pt x="65902" y="1408670"/>
                </a:lnTo>
                <a:cubicBezTo>
                  <a:pt x="56729" y="1436190"/>
                  <a:pt x="56323" y="1435305"/>
                  <a:pt x="49427" y="1466335"/>
                </a:cubicBezTo>
                <a:cubicBezTo>
                  <a:pt x="42708" y="1496570"/>
                  <a:pt x="41561" y="1511775"/>
                  <a:pt x="32951" y="1540475"/>
                </a:cubicBezTo>
                <a:cubicBezTo>
                  <a:pt x="27961" y="1557109"/>
                  <a:pt x="16475" y="1589902"/>
                  <a:pt x="16475" y="1589902"/>
                </a:cubicBezTo>
                <a:cubicBezTo>
                  <a:pt x="14165" y="1603765"/>
                  <a:pt x="0" y="1686402"/>
                  <a:pt x="0" y="1696994"/>
                </a:cubicBezTo>
                <a:cubicBezTo>
                  <a:pt x="0" y="1751982"/>
                  <a:pt x="3853" y="1806938"/>
                  <a:pt x="8238" y="1861751"/>
                </a:cubicBezTo>
                <a:cubicBezTo>
                  <a:pt x="8926" y="1870347"/>
                  <a:pt x="20979" y="1924688"/>
                  <a:pt x="24713" y="1935891"/>
                </a:cubicBezTo>
                <a:cubicBezTo>
                  <a:pt x="29389" y="1949920"/>
                  <a:pt x="36840" y="1962947"/>
                  <a:pt x="41189" y="1977081"/>
                </a:cubicBezTo>
                <a:cubicBezTo>
                  <a:pt x="68157" y="2064724"/>
                  <a:pt x="41568" y="2018836"/>
                  <a:pt x="74140" y="2067697"/>
                </a:cubicBezTo>
                <a:cubicBezTo>
                  <a:pt x="76779" y="2078253"/>
                  <a:pt x="84707" y="2113545"/>
                  <a:pt x="90616" y="2125362"/>
                </a:cubicBezTo>
                <a:cubicBezTo>
                  <a:pt x="95044" y="2134217"/>
                  <a:pt x="101600" y="2141837"/>
                  <a:pt x="107092" y="2150075"/>
                </a:cubicBezTo>
                <a:cubicBezTo>
                  <a:pt x="126848" y="2209351"/>
                  <a:pt x="102871" y="2135306"/>
                  <a:pt x="123567" y="2207740"/>
                </a:cubicBezTo>
                <a:cubicBezTo>
                  <a:pt x="125953" y="2216089"/>
                  <a:pt x="127588" y="2224863"/>
                  <a:pt x="131805" y="2232454"/>
                </a:cubicBezTo>
                <a:cubicBezTo>
                  <a:pt x="141422" y="2249763"/>
                  <a:pt x="164757" y="2281881"/>
                  <a:pt x="164757" y="2281881"/>
                </a:cubicBezTo>
                <a:cubicBezTo>
                  <a:pt x="167503" y="2290119"/>
                  <a:pt x="166854" y="2300454"/>
                  <a:pt x="172994" y="2306594"/>
                </a:cubicBezTo>
                <a:cubicBezTo>
                  <a:pt x="186996" y="2320596"/>
                  <a:pt x="205945" y="2328562"/>
                  <a:pt x="222421" y="2339546"/>
                </a:cubicBezTo>
                <a:cubicBezTo>
                  <a:pt x="258782" y="2363787"/>
                  <a:pt x="237431" y="2354080"/>
                  <a:pt x="288324" y="2364259"/>
                </a:cubicBezTo>
                <a:cubicBezTo>
                  <a:pt x="330831" y="2392597"/>
                  <a:pt x="300026" y="2377194"/>
                  <a:pt x="370702" y="2388973"/>
                </a:cubicBezTo>
                <a:cubicBezTo>
                  <a:pt x="384513" y="2391275"/>
                  <a:pt x="398249" y="2394062"/>
                  <a:pt x="411892" y="2397210"/>
                </a:cubicBezTo>
                <a:cubicBezTo>
                  <a:pt x="433956" y="2402301"/>
                  <a:pt x="455289" y="2411185"/>
                  <a:pt x="477794" y="2413686"/>
                </a:cubicBezTo>
                <a:lnTo>
                  <a:pt x="551935" y="2421924"/>
                </a:lnTo>
                <a:cubicBezTo>
                  <a:pt x="562919" y="2424670"/>
                  <a:pt x="574000" y="2427052"/>
                  <a:pt x="584886" y="2430162"/>
                </a:cubicBezTo>
                <a:cubicBezTo>
                  <a:pt x="593235" y="2432548"/>
                  <a:pt x="600916" y="2438400"/>
                  <a:pt x="609600" y="2438400"/>
                </a:cubicBezTo>
                <a:cubicBezTo>
                  <a:pt x="650880" y="2438400"/>
                  <a:pt x="691978" y="2432908"/>
                  <a:pt x="733167" y="2430162"/>
                </a:cubicBezTo>
                <a:cubicBezTo>
                  <a:pt x="770667" y="2317665"/>
                  <a:pt x="729756" y="2432628"/>
                  <a:pt x="766119" y="2347783"/>
                </a:cubicBezTo>
                <a:cubicBezTo>
                  <a:pt x="769540" y="2339802"/>
                  <a:pt x="768933" y="2329851"/>
                  <a:pt x="774357" y="2323070"/>
                </a:cubicBezTo>
                <a:cubicBezTo>
                  <a:pt x="780542" y="2315339"/>
                  <a:pt x="791464" y="2312932"/>
                  <a:pt x="799070" y="2306594"/>
                </a:cubicBezTo>
                <a:cubicBezTo>
                  <a:pt x="827499" y="2282903"/>
                  <a:pt x="831575" y="2262808"/>
                  <a:pt x="873211" y="2248929"/>
                </a:cubicBezTo>
                <a:cubicBezTo>
                  <a:pt x="881449" y="2246183"/>
                  <a:pt x="890157" y="2244574"/>
                  <a:pt x="897924" y="2240691"/>
                </a:cubicBezTo>
                <a:cubicBezTo>
                  <a:pt x="922450" y="2228428"/>
                  <a:pt x="919747" y="2219429"/>
                  <a:pt x="947351" y="2215978"/>
                </a:cubicBezTo>
                <a:cubicBezTo>
                  <a:pt x="982877" y="2211537"/>
                  <a:pt x="1018746" y="2210486"/>
                  <a:pt x="1054443" y="2207740"/>
                </a:cubicBezTo>
                <a:cubicBezTo>
                  <a:pt x="1106616" y="2210486"/>
                  <a:pt x="1158913" y="2211452"/>
                  <a:pt x="1210962" y="2215978"/>
                </a:cubicBezTo>
                <a:cubicBezTo>
                  <a:pt x="1222241" y="2216959"/>
                  <a:pt x="1232861" y="2221760"/>
                  <a:pt x="1243913" y="2224216"/>
                </a:cubicBezTo>
                <a:cubicBezTo>
                  <a:pt x="1257581" y="2227253"/>
                  <a:pt x="1271434" y="2229417"/>
                  <a:pt x="1285102" y="2232454"/>
                </a:cubicBezTo>
                <a:cubicBezTo>
                  <a:pt x="1296154" y="2234910"/>
                  <a:pt x="1306952" y="2238471"/>
                  <a:pt x="1318054" y="2240691"/>
                </a:cubicBezTo>
                <a:cubicBezTo>
                  <a:pt x="1334433" y="2243967"/>
                  <a:pt x="1351005" y="2246183"/>
                  <a:pt x="1367481" y="2248929"/>
                </a:cubicBezTo>
                <a:cubicBezTo>
                  <a:pt x="1427895" y="2279137"/>
                  <a:pt x="1371357" y="2254480"/>
                  <a:pt x="1441621" y="2273643"/>
                </a:cubicBezTo>
                <a:cubicBezTo>
                  <a:pt x="1458376" y="2278213"/>
                  <a:pt x="1474572" y="2284627"/>
                  <a:pt x="1491048" y="2290119"/>
                </a:cubicBezTo>
                <a:cubicBezTo>
                  <a:pt x="1504331" y="2294547"/>
                  <a:pt x="1518654" y="2294960"/>
                  <a:pt x="1532238" y="2298356"/>
                </a:cubicBezTo>
                <a:cubicBezTo>
                  <a:pt x="1540662" y="2300462"/>
                  <a:pt x="1548474" y="2304710"/>
                  <a:pt x="1556951" y="2306594"/>
                </a:cubicBezTo>
                <a:cubicBezTo>
                  <a:pt x="1573256" y="2310217"/>
                  <a:pt x="1589999" y="2311556"/>
                  <a:pt x="1606378" y="2314832"/>
                </a:cubicBezTo>
                <a:cubicBezTo>
                  <a:pt x="1680436" y="2329644"/>
                  <a:pt x="1594188" y="2316919"/>
                  <a:pt x="1680519" y="2331308"/>
                </a:cubicBezTo>
                <a:cubicBezTo>
                  <a:pt x="1699672" y="2334500"/>
                  <a:pt x="1718962" y="2336800"/>
                  <a:pt x="1738184" y="2339546"/>
                </a:cubicBezTo>
                <a:lnTo>
                  <a:pt x="2108886" y="2331308"/>
                </a:lnTo>
                <a:cubicBezTo>
                  <a:pt x="2142911" y="2329919"/>
                  <a:pt x="2170613" y="2306664"/>
                  <a:pt x="2191265" y="2281881"/>
                </a:cubicBezTo>
                <a:cubicBezTo>
                  <a:pt x="2197603" y="2274275"/>
                  <a:pt x="2200739" y="2264168"/>
                  <a:pt x="2207740" y="2257167"/>
                </a:cubicBezTo>
                <a:cubicBezTo>
                  <a:pt x="2217448" y="2247459"/>
                  <a:pt x="2229708" y="2240692"/>
                  <a:pt x="2240692" y="2232454"/>
                </a:cubicBezTo>
                <a:cubicBezTo>
                  <a:pt x="2251676" y="2215978"/>
                  <a:pt x="2267381" y="2201812"/>
                  <a:pt x="2273643" y="2183027"/>
                </a:cubicBezTo>
                <a:cubicBezTo>
                  <a:pt x="2285012" y="2148920"/>
                  <a:pt x="2277064" y="2165538"/>
                  <a:pt x="2298357" y="2133600"/>
                </a:cubicBezTo>
                <a:lnTo>
                  <a:pt x="2331308" y="2034746"/>
                </a:lnTo>
                <a:cubicBezTo>
                  <a:pt x="2331308" y="2034745"/>
                  <a:pt x="2347783" y="1985320"/>
                  <a:pt x="2347784" y="1985319"/>
                </a:cubicBezTo>
                <a:cubicBezTo>
                  <a:pt x="2353276" y="1977081"/>
                  <a:pt x="2359831" y="1969460"/>
                  <a:pt x="2364259" y="1960605"/>
                </a:cubicBezTo>
                <a:cubicBezTo>
                  <a:pt x="2399244" y="1890632"/>
                  <a:pt x="2314931" y="2005765"/>
                  <a:pt x="2405448" y="1869989"/>
                </a:cubicBezTo>
                <a:cubicBezTo>
                  <a:pt x="2410940" y="1861751"/>
                  <a:pt x="2417496" y="1854131"/>
                  <a:pt x="2421924" y="1845275"/>
                </a:cubicBezTo>
                <a:cubicBezTo>
                  <a:pt x="2425807" y="1837508"/>
                  <a:pt x="2424738" y="1827343"/>
                  <a:pt x="2430162" y="1820562"/>
                </a:cubicBezTo>
                <a:cubicBezTo>
                  <a:pt x="2436347" y="1812831"/>
                  <a:pt x="2446637" y="1809578"/>
                  <a:pt x="2454875" y="1804086"/>
                </a:cubicBezTo>
                <a:cubicBezTo>
                  <a:pt x="2513761" y="1715761"/>
                  <a:pt x="2422050" y="1849821"/>
                  <a:pt x="2496065" y="1754659"/>
                </a:cubicBezTo>
                <a:cubicBezTo>
                  <a:pt x="2508222" y="1739029"/>
                  <a:pt x="2510231" y="1711494"/>
                  <a:pt x="2529016" y="1705232"/>
                </a:cubicBezTo>
                <a:cubicBezTo>
                  <a:pt x="2591136" y="1684525"/>
                  <a:pt x="2514562" y="1712458"/>
                  <a:pt x="2578443" y="1680519"/>
                </a:cubicBezTo>
                <a:cubicBezTo>
                  <a:pt x="2586210" y="1676636"/>
                  <a:pt x="2594476" y="1672483"/>
                  <a:pt x="2603157" y="1672281"/>
                </a:cubicBezTo>
                <a:cubicBezTo>
                  <a:pt x="2831025" y="1666982"/>
                  <a:pt x="3058984" y="1666789"/>
                  <a:pt x="3286897" y="1664043"/>
                </a:cubicBezTo>
                <a:cubicBezTo>
                  <a:pt x="3335012" y="1648005"/>
                  <a:pt x="3290823" y="1668354"/>
                  <a:pt x="3328086" y="1631091"/>
                </a:cubicBezTo>
                <a:cubicBezTo>
                  <a:pt x="3392899" y="1566278"/>
                  <a:pt x="3310021" y="1670892"/>
                  <a:pt x="3377513" y="1589902"/>
                </a:cubicBezTo>
                <a:cubicBezTo>
                  <a:pt x="3383851" y="1582296"/>
                  <a:pt x="3386383" y="1571527"/>
                  <a:pt x="3393989" y="1565189"/>
                </a:cubicBezTo>
                <a:cubicBezTo>
                  <a:pt x="3403423" y="1557327"/>
                  <a:pt x="3416278" y="1554806"/>
                  <a:pt x="3426940" y="1548713"/>
                </a:cubicBezTo>
                <a:cubicBezTo>
                  <a:pt x="3471651" y="1523163"/>
                  <a:pt x="3431060" y="1539101"/>
                  <a:pt x="3476367" y="1524000"/>
                </a:cubicBezTo>
                <a:cubicBezTo>
                  <a:pt x="3509318" y="1526746"/>
                  <a:pt x="3542798" y="1525752"/>
                  <a:pt x="3575221" y="1532237"/>
                </a:cubicBezTo>
                <a:cubicBezTo>
                  <a:pt x="3584930" y="1534179"/>
                  <a:pt x="3590542" y="1545582"/>
                  <a:pt x="3599935" y="1548713"/>
                </a:cubicBezTo>
                <a:cubicBezTo>
                  <a:pt x="3615781" y="1553995"/>
                  <a:pt x="3632886" y="1554205"/>
                  <a:pt x="3649362" y="1556951"/>
                </a:cubicBezTo>
                <a:cubicBezTo>
                  <a:pt x="3663092" y="1565189"/>
                  <a:pt x="3676230" y="1574504"/>
                  <a:pt x="3690551" y="1581664"/>
                </a:cubicBezTo>
                <a:cubicBezTo>
                  <a:pt x="3726405" y="1599591"/>
                  <a:pt x="3708219" y="1577808"/>
                  <a:pt x="3748216" y="1606378"/>
                </a:cubicBezTo>
                <a:cubicBezTo>
                  <a:pt x="3757696" y="1613149"/>
                  <a:pt x="3763449" y="1624320"/>
                  <a:pt x="3772929" y="1631091"/>
                </a:cubicBezTo>
                <a:cubicBezTo>
                  <a:pt x="3782922" y="1638229"/>
                  <a:pt x="3795351" y="1641249"/>
                  <a:pt x="3805881" y="1647567"/>
                </a:cubicBezTo>
                <a:cubicBezTo>
                  <a:pt x="3822861" y="1657755"/>
                  <a:pt x="3836523" y="1674258"/>
                  <a:pt x="3855308" y="1680519"/>
                </a:cubicBezTo>
                <a:cubicBezTo>
                  <a:pt x="3883034" y="1689760"/>
                  <a:pt x="3884470" y="1688944"/>
                  <a:pt x="3912973" y="1705232"/>
                </a:cubicBezTo>
                <a:cubicBezTo>
                  <a:pt x="3969692" y="1737644"/>
                  <a:pt x="3899189" y="1708214"/>
                  <a:pt x="3978875" y="1729946"/>
                </a:cubicBezTo>
                <a:cubicBezTo>
                  <a:pt x="3995630" y="1734515"/>
                  <a:pt x="4011826" y="1740929"/>
                  <a:pt x="4028302" y="1746421"/>
                </a:cubicBezTo>
                <a:lnTo>
                  <a:pt x="4053016" y="1754659"/>
                </a:lnTo>
                <a:cubicBezTo>
                  <a:pt x="4061254" y="1760151"/>
                  <a:pt x="4068629" y="1767235"/>
                  <a:pt x="4077729" y="1771135"/>
                </a:cubicBezTo>
                <a:cubicBezTo>
                  <a:pt x="4088136" y="1775595"/>
                  <a:pt x="4099629" y="1776917"/>
                  <a:pt x="4110681" y="1779373"/>
                </a:cubicBezTo>
                <a:cubicBezTo>
                  <a:pt x="4149061" y="1787902"/>
                  <a:pt x="4187869" y="1794550"/>
                  <a:pt x="4226011" y="1804086"/>
                </a:cubicBezTo>
                <a:cubicBezTo>
                  <a:pt x="4236995" y="1806832"/>
                  <a:pt x="4248118" y="1809071"/>
                  <a:pt x="4258962" y="1812324"/>
                </a:cubicBezTo>
                <a:cubicBezTo>
                  <a:pt x="4275596" y="1817314"/>
                  <a:pt x="4291634" y="1824231"/>
                  <a:pt x="4308389" y="1828800"/>
                </a:cubicBezTo>
                <a:cubicBezTo>
                  <a:pt x="4344447" y="1838634"/>
                  <a:pt x="4388078" y="1841315"/>
                  <a:pt x="4423719" y="1845275"/>
                </a:cubicBezTo>
                <a:cubicBezTo>
                  <a:pt x="4488199" y="1861395"/>
                  <a:pt x="4429152" y="1848196"/>
                  <a:pt x="4530811" y="1861751"/>
                </a:cubicBezTo>
                <a:cubicBezTo>
                  <a:pt x="4666031" y="1879781"/>
                  <a:pt x="4452174" y="1861451"/>
                  <a:pt x="4703805" y="1878227"/>
                </a:cubicBezTo>
                <a:cubicBezTo>
                  <a:pt x="4769708" y="1875481"/>
                  <a:pt x="4837523" y="1885987"/>
                  <a:pt x="4901513" y="1869989"/>
                </a:cubicBezTo>
                <a:cubicBezTo>
                  <a:pt x="4918161" y="1865827"/>
                  <a:pt x="4945412" y="1795956"/>
                  <a:pt x="4950940" y="1779373"/>
                </a:cubicBezTo>
                <a:cubicBezTo>
                  <a:pt x="4954520" y="1768632"/>
                  <a:pt x="4955203" y="1757022"/>
                  <a:pt x="4959178" y="1746421"/>
                </a:cubicBezTo>
                <a:cubicBezTo>
                  <a:pt x="4963490" y="1734923"/>
                  <a:pt x="4971093" y="1724872"/>
                  <a:pt x="4975654" y="1713470"/>
                </a:cubicBezTo>
                <a:cubicBezTo>
                  <a:pt x="4982104" y="1697345"/>
                  <a:pt x="4986637" y="1680519"/>
                  <a:pt x="4992129" y="1664043"/>
                </a:cubicBezTo>
                <a:lnTo>
                  <a:pt x="5000367" y="1639329"/>
                </a:lnTo>
                <a:cubicBezTo>
                  <a:pt x="5003113" y="1631091"/>
                  <a:pt x="5006499" y="1623040"/>
                  <a:pt x="5008605" y="1614616"/>
                </a:cubicBezTo>
                <a:cubicBezTo>
                  <a:pt x="5018949" y="1573240"/>
                  <a:pt x="5013263" y="1592405"/>
                  <a:pt x="5025081" y="1556951"/>
                </a:cubicBezTo>
                <a:cubicBezTo>
                  <a:pt x="5049224" y="1315523"/>
                  <a:pt x="5025081" y="1589848"/>
                  <a:pt x="5025081" y="1046205"/>
                </a:cubicBezTo>
                <a:cubicBezTo>
                  <a:pt x="5025081" y="862206"/>
                  <a:pt x="5030573" y="678248"/>
                  <a:pt x="5033319" y="494270"/>
                </a:cubicBezTo>
                <a:cubicBezTo>
                  <a:pt x="5030573" y="414638"/>
                  <a:pt x="5029760" y="334915"/>
                  <a:pt x="5025081" y="255373"/>
                </a:cubicBezTo>
                <a:cubicBezTo>
                  <a:pt x="5024259" y="241395"/>
                  <a:pt x="5019348" y="227959"/>
                  <a:pt x="5016843" y="214183"/>
                </a:cubicBezTo>
                <a:cubicBezTo>
                  <a:pt x="5013855" y="197749"/>
                  <a:pt x="5012228" y="181061"/>
                  <a:pt x="5008605" y="164756"/>
                </a:cubicBezTo>
                <a:cubicBezTo>
                  <a:pt x="5006721" y="156279"/>
                  <a:pt x="5004584" y="147634"/>
                  <a:pt x="5000367" y="140043"/>
                </a:cubicBezTo>
                <a:cubicBezTo>
                  <a:pt x="4983936" y="110467"/>
                  <a:pt x="4972886" y="87555"/>
                  <a:pt x="4942702" y="74140"/>
                </a:cubicBezTo>
                <a:cubicBezTo>
                  <a:pt x="4926832" y="67087"/>
                  <a:pt x="4910642" y="57664"/>
                  <a:pt x="4893275" y="57664"/>
                </a:cubicBezTo>
                <a:lnTo>
                  <a:pt x="4744994" y="741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458669" y="4985306"/>
            <a:ext cx="457244" cy="44220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339223" y="3902030"/>
            <a:ext cx="457244" cy="44220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71777" y="4556942"/>
            <a:ext cx="457244" cy="44220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156202" y="5220090"/>
            <a:ext cx="457244" cy="44220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223007" y="4960593"/>
            <a:ext cx="457244" cy="44220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907652" y="3959691"/>
            <a:ext cx="457244" cy="44220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0006" y="3974177"/>
            <a:ext cx="4667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7024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41625" y="1293529"/>
            <a:ext cx="11788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Corollary 24.7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run Dijkstra’s algorithm on a weighted, directed graph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V, 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with nonnegative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function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source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termination,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predecessor subgraph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l-GR" sz="24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i="1" baseline="-2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shortest-paths tree rooted at 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endParaRPr lang="en-US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67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Correctness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41625" y="1293529"/>
            <a:ext cx="1178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Corollary 24.7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1853" y="2110597"/>
                <a:ext cx="10915131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already proved in 24.6,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  <a:p>
                <a:endParaRPr lang="en-US" sz="24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predecessor subgraph property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  <a:p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l-GR" sz="2400" i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far formed is a </a:t>
                </a: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shortest-paths </a:t>
                </a:r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53" y="2110597"/>
                <a:ext cx="10915131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94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52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822929" y="2281878"/>
            <a:ext cx="435306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53657" y="2158102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57" y="2158102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4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2372714" y="2656704"/>
            <a:ext cx="370658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16269" y="2550388"/>
            <a:ext cx="240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Queue operation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549953" y="1968843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5287296" y="4180708"/>
            <a:ext cx="89245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503" t="-10667" r="-100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/>
          <p:cNvSpPr/>
          <p:nvPr/>
        </p:nvSpPr>
        <p:spPr>
          <a:xfrm>
            <a:off x="3304009" y="3822361"/>
            <a:ext cx="287368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/>
          <p:cNvSpPr/>
          <p:nvPr/>
        </p:nvSpPr>
        <p:spPr>
          <a:xfrm>
            <a:off x="2817165" y="3015053"/>
            <a:ext cx="336961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>
            <a:off x="4664184" y="3435180"/>
            <a:ext cx="130663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094525" y="3312391"/>
            <a:ext cx="240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Queue operation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4079970" y="4584362"/>
            <a:ext cx="2104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39831" y="4486287"/>
            <a:ext cx="240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Queue operation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16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822929" y="2281878"/>
            <a:ext cx="435306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53657" y="2158102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57" y="2158102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4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2372714" y="2656704"/>
            <a:ext cx="370658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16269" y="2550388"/>
            <a:ext cx="240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Queue operation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549953" y="1968843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5287296" y="4180708"/>
            <a:ext cx="89245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503" t="-10667" r="-100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/>
          <p:cNvSpPr/>
          <p:nvPr/>
        </p:nvSpPr>
        <p:spPr>
          <a:xfrm>
            <a:off x="3304009" y="3822361"/>
            <a:ext cx="287368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/>
          <p:cNvSpPr/>
          <p:nvPr/>
        </p:nvSpPr>
        <p:spPr>
          <a:xfrm>
            <a:off x="2817165" y="3015053"/>
            <a:ext cx="336961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>
            <a:off x="4664184" y="3435180"/>
            <a:ext cx="130663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094525" y="3312391"/>
            <a:ext cx="240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Queue operation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4079970" y="4584362"/>
            <a:ext cx="2104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39831" y="4486287"/>
            <a:ext cx="240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Queue operation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6974" y="5704829"/>
            <a:ext cx="9114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</a:t>
            </a:r>
            <a:r>
              <a:rPr lang="en-US" sz="24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implementation</a:t>
            </a:r>
            <a:r>
              <a:rPr 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28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822929" y="2281878"/>
            <a:ext cx="435306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28943" y="2158102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3" y="2158102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4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2372714" y="2656704"/>
            <a:ext cx="370658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549953" y="1968843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5287296" y="4180708"/>
            <a:ext cx="89245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503" t="-10667" r="-100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/>
          <p:cNvSpPr/>
          <p:nvPr/>
        </p:nvSpPr>
        <p:spPr>
          <a:xfrm>
            <a:off x="3304009" y="3822361"/>
            <a:ext cx="287368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/>
          <p:cNvSpPr/>
          <p:nvPr/>
        </p:nvSpPr>
        <p:spPr>
          <a:xfrm>
            <a:off x="2817165" y="3015053"/>
            <a:ext cx="336961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>
            <a:off x="4664184" y="3435180"/>
            <a:ext cx="130663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4079970" y="4584362"/>
            <a:ext cx="2104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66974" y="5704829"/>
                <a:ext cx="9114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array implementation: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74" y="5704829"/>
                <a:ext cx="9114558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0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20216" y="2524692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216" y="2524692"/>
                <a:ext cx="84123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07856" y="3270216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56" y="3270216"/>
                <a:ext cx="841237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133060" y="4452332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060" y="4452332"/>
                <a:ext cx="1639334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74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53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822929" y="2281878"/>
            <a:ext cx="435306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28943" y="2158102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3" y="2158102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4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2372714" y="2656704"/>
            <a:ext cx="370658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549953" y="1968843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5287296" y="4180708"/>
            <a:ext cx="89245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503" t="-10667" r="-100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/>
          <p:cNvSpPr/>
          <p:nvPr/>
        </p:nvSpPr>
        <p:spPr>
          <a:xfrm>
            <a:off x="3304009" y="3822361"/>
            <a:ext cx="287368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/>
          <p:cNvSpPr/>
          <p:nvPr/>
        </p:nvSpPr>
        <p:spPr>
          <a:xfrm>
            <a:off x="2817165" y="3015053"/>
            <a:ext cx="336961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>
            <a:off x="4664184" y="3435180"/>
            <a:ext cx="130663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4079970" y="4584362"/>
            <a:ext cx="2104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66974" y="5704829"/>
                <a:ext cx="9114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min-priority queue implementation: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74" y="5704829"/>
                <a:ext cx="9114558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003" t="-11842" r="-26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20216" y="2524692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216" y="2524692"/>
                <a:ext cx="84123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07856" y="3270216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lg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56" y="3270216"/>
                <a:ext cx="841237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2174" r="-3478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61400" y="4477066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lg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400" y="4477066"/>
                <a:ext cx="841237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2174" r="-3478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69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Complexity of Dijkstra Algorithm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6" y="1366837"/>
            <a:ext cx="5257800" cy="35147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822929" y="2281878"/>
            <a:ext cx="435306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28943" y="2158102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3" y="2158102"/>
                <a:ext cx="163933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4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2372714" y="2656704"/>
            <a:ext cx="370658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549953" y="1968843"/>
            <a:ext cx="606055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62" y="1853305"/>
                <a:ext cx="84123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5287296" y="4180708"/>
            <a:ext cx="892450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aggregated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04" y="4056932"/>
                <a:ext cx="2426047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503" t="-10667" r="-100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/>
          <p:cNvSpPr/>
          <p:nvPr/>
        </p:nvSpPr>
        <p:spPr>
          <a:xfrm>
            <a:off x="3304009" y="3822361"/>
            <a:ext cx="287368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45" y="3698585"/>
                <a:ext cx="2426047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5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15"/>
          <p:cNvSpPr/>
          <p:nvPr/>
        </p:nvSpPr>
        <p:spPr>
          <a:xfrm>
            <a:off x="2817165" y="3015053"/>
            <a:ext cx="3369618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61" y="2891277"/>
                <a:ext cx="1639334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>
            <a:off x="4664184" y="3435180"/>
            <a:ext cx="1306637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4079970" y="4584362"/>
            <a:ext cx="2104352" cy="263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66973" y="5704829"/>
                <a:ext cx="9482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</a:t>
                </a:r>
                <a:r>
                  <a:rPr lang="en-US" sz="2400" b="0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Fibonacci based</a:t>
                </a:r>
                <a:r>
                  <a:rPr lang="en-US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min-priority queue implementation:</a:t>
                </a:r>
                <a:r>
                  <a:rPr lang="en-US" sz="2400" b="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73" y="5704829"/>
                <a:ext cx="9482043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96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20216" y="2524692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216" y="2524692"/>
                <a:ext cx="84123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2174" r="-724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07856" y="3270216"/>
                <a:ext cx="841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lg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856" y="3270216"/>
                <a:ext cx="841237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2174" r="-34783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59863" y="4448744"/>
                <a:ext cx="2640163" cy="497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amortized</a:t>
                </a: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863" y="4448744"/>
                <a:ext cx="2640163" cy="497425"/>
              </a:xfrm>
              <a:prstGeom prst="rect">
                <a:avLst/>
              </a:prstGeom>
              <a:blipFill rotWithShape="0">
                <a:blip r:embed="rId11"/>
                <a:stretch>
                  <a:fillRect l="-461" t="-9877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74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Properties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of Shortest Paths and Relaxation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0659" y="1561660"/>
            <a:ext cx="1178834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properties for the correctness proof of SSSP algorithms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Triangle inequality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(Lemma 24.10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Upper-bound property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(Lemma 24.11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No-path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(Corollary 24.12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 property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(Lemma 24.14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Path-relaxation property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(Lemma 24.15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Predecessor-subgraph property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(Lemma 24.17)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2-6 assume that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way to update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predecessor graph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e.g.,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paths tree</a:t>
            </a:r>
          </a:p>
        </p:txBody>
      </p:sp>
    </p:spTree>
    <p:extLst>
      <p:ext uri="{BB962C8B-B14F-4D97-AF65-F5344CB8AC3E}">
        <p14:creationId xmlns:p14="http://schemas.microsoft.com/office/powerpoint/2010/main" val="132578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Triangle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Inequality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561660"/>
                <a:ext cx="952294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edge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l-GR" sz="2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9522941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344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8991600" y="2356153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8"/>
              <p:cNvSpPr>
                <a:spLocks noChangeArrowheads="1"/>
              </p:cNvSpPr>
              <p:nvPr/>
            </p:nvSpPr>
            <p:spPr bwMode="auto">
              <a:xfrm>
                <a:off x="6781800" y="4320074"/>
                <a:ext cx="762000" cy="76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rIns="0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altLang="en-US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1800" y="4320074"/>
                <a:ext cx="762000" cy="7620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10"/>
              <p:cNvSpPr>
                <a:spLocks noChangeArrowheads="1"/>
              </p:cNvSpPr>
              <p:nvPr/>
            </p:nvSpPr>
            <p:spPr bwMode="auto">
              <a:xfrm>
                <a:off x="8839200" y="4320074"/>
                <a:ext cx="762000" cy="76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rIns="0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en-US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39200" y="4320074"/>
                <a:ext cx="762000" cy="7620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7040563" y="4972347"/>
            <a:ext cx="4411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 b="1" i="1" dirty="0" smtClean="0">
                <a:latin typeface="Times New Roman" panose="02020603050405020304" pitchFamily="18" charset="0"/>
              </a:rPr>
              <a:t>u</a:t>
            </a:r>
            <a:endParaRPr lang="en-US" altLang="en-US" sz="3600" b="1" i="1" dirty="0">
              <a:latin typeface="Times New Roman" panose="02020603050405020304" pitchFamily="18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9128126" y="4972347"/>
            <a:ext cx="3898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3600" b="1" i="1" dirty="0">
              <a:latin typeface="Times New Roman" panose="02020603050405020304" pitchFamily="18" charset="0"/>
            </a:endParaRPr>
          </a:p>
        </p:txBody>
      </p:sp>
      <p:cxnSp>
        <p:nvCxnSpPr>
          <p:cNvPr id="10" name="AutoShape 26"/>
          <p:cNvCxnSpPr>
            <a:cxnSpLocks noChangeShapeType="1"/>
          </p:cNvCxnSpPr>
          <p:nvPr/>
        </p:nvCxnSpPr>
        <p:spPr bwMode="auto">
          <a:xfrm>
            <a:off x="7558089" y="4729062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Curved Connector 10"/>
          <p:cNvCxnSpPr>
            <a:stCxn id="4" idx="3"/>
            <a:endCxn id="5" idx="0"/>
          </p:cNvCxnSpPr>
          <p:nvPr/>
        </p:nvCxnSpPr>
        <p:spPr>
          <a:xfrm rot="5400000">
            <a:off x="7476240" y="2693121"/>
            <a:ext cx="1313513" cy="194039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9090186" y="3031067"/>
            <a:ext cx="3642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3600" b="1" i="1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709605" y="4331742"/>
                <a:ext cx="104727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605" y="4331742"/>
                <a:ext cx="1047274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/>
          <p:nvPr/>
        </p:nvCxnSpPr>
        <p:spPr>
          <a:xfrm rot="5400000">
            <a:off x="8595127" y="3473818"/>
            <a:ext cx="1313513" cy="602182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38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Upper-bound Property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561660"/>
                <a:ext cx="11189816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always have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vertices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once </a:t>
                </a:r>
                <a:r>
                  <a:rPr lang="en-US" sz="2800" i="1" dirty="0" err="1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v.d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achieves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value </a:t>
                </a:r>
                <a14:m>
                  <m:oMath xmlns:m="http://schemas.openxmlformats.org/officeDocument/2006/math"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never changes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800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189816" cy="954107"/>
              </a:xfrm>
              <a:prstGeom prst="rect">
                <a:avLst/>
              </a:prstGeom>
              <a:blipFill rotWithShape="0">
                <a:blip r:embed="rId2"/>
                <a:stretch>
                  <a:fillRect l="-1144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4724400" y="2796074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8"/>
              <p:cNvSpPr>
                <a:spLocks noChangeArrowheads="1"/>
              </p:cNvSpPr>
              <p:nvPr/>
            </p:nvSpPr>
            <p:spPr bwMode="auto">
              <a:xfrm>
                <a:off x="6781800" y="4320074"/>
                <a:ext cx="762000" cy="76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rIns="0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altLang="en-US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1800" y="4320074"/>
                <a:ext cx="762000" cy="7620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10"/>
              <p:cNvSpPr>
                <a:spLocks noChangeArrowheads="1"/>
              </p:cNvSpPr>
              <p:nvPr/>
            </p:nvSpPr>
            <p:spPr bwMode="auto">
              <a:xfrm>
                <a:off x="8839200" y="4320074"/>
                <a:ext cx="762000" cy="762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rIns="0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en-US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39200" y="4320074"/>
                <a:ext cx="762000" cy="7620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7040563" y="4972347"/>
            <a:ext cx="4411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 b="1" i="1" dirty="0" smtClean="0">
                <a:latin typeface="Times New Roman" panose="02020603050405020304" pitchFamily="18" charset="0"/>
              </a:rPr>
              <a:t>u</a:t>
            </a:r>
            <a:endParaRPr lang="en-US" altLang="en-US" sz="3600" b="1" i="1" dirty="0">
              <a:latin typeface="Times New Roman" panose="02020603050405020304" pitchFamily="18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9128126" y="4972347"/>
            <a:ext cx="3898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3600" b="1" i="1" dirty="0">
              <a:latin typeface="Times New Roman" panose="02020603050405020304" pitchFamily="18" charset="0"/>
            </a:endParaRPr>
          </a:p>
        </p:txBody>
      </p:sp>
      <p:cxnSp>
        <p:nvCxnSpPr>
          <p:cNvPr id="10" name="AutoShape 26"/>
          <p:cNvCxnSpPr>
            <a:cxnSpLocks noChangeShapeType="1"/>
          </p:cNvCxnSpPr>
          <p:nvPr/>
        </p:nvCxnSpPr>
        <p:spPr bwMode="auto">
          <a:xfrm>
            <a:off x="7558089" y="4729062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Curved Connector 10"/>
          <p:cNvCxnSpPr>
            <a:stCxn id="4" idx="6"/>
          </p:cNvCxnSpPr>
          <p:nvPr/>
        </p:nvCxnSpPr>
        <p:spPr>
          <a:xfrm>
            <a:off x="5486400" y="3177074"/>
            <a:ext cx="1688841" cy="1143000"/>
          </a:xfrm>
          <a:prstGeom prst="curvedConnector3">
            <a:avLst>
              <a:gd name="adj1" fmla="val 64917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4822986" y="3470988"/>
            <a:ext cx="3642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6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3600" b="1" i="1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709605" y="4331742"/>
                <a:ext cx="104727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605" y="4331742"/>
                <a:ext cx="1047274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/>
          <p:nvPr/>
        </p:nvCxnSpPr>
        <p:spPr>
          <a:xfrm>
            <a:off x="5486400" y="3177074"/>
            <a:ext cx="3464392" cy="1254592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649929" y="2844284"/>
                <a:ext cx="291342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v.d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achieves </a:t>
                </a:r>
                <a14:m>
                  <m:oMath xmlns:m="http://schemas.openxmlformats.org/officeDocument/2006/math">
                    <m:r>
                      <a:rPr lang="el-GR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through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path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929" y="2844284"/>
                <a:ext cx="2913421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334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7181850" y="5492234"/>
            <a:ext cx="20478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relaxation does nothing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Down Arrow 13"/>
          <p:cNvSpPr/>
          <p:nvPr/>
        </p:nvSpPr>
        <p:spPr>
          <a:xfrm rot="10800000">
            <a:off x="7972423" y="4812665"/>
            <a:ext cx="238125" cy="77366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2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No-path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561660"/>
                <a:ext cx="1072309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there is 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path from </a:t>
                </a:r>
                <a:r>
                  <a:rPr lang="en-US" sz="28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we always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0723091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194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4724400" y="2796074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6781800" y="4320074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72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8839200" y="4320074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72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7040563" y="4862619"/>
            <a:ext cx="43473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4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4400" b="1" i="1" dirty="0">
              <a:latin typeface="Times New Roman" panose="02020603050405020304" pitchFamily="18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9128126" y="4862619"/>
            <a:ext cx="56137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400" b="1" i="1" dirty="0" smtClean="0">
                <a:latin typeface="Times New Roman" panose="02020603050405020304" pitchFamily="18" charset="0"/>
              </a:rPr>
              <a:t>w</a:t>
            </a:r>
            <a:endParaRPr lang="en-US" altLang="en-US" sz="4400" b="1" i="1" dirty="0">
              <a:latin typeface="Times New Roman" panose="02020603050405020304" pitchFamily="18" charset="0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4822986" y="3470988"/>
            <a:ext cx="40427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4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4400" b="1" i="1" dirty="0">
              <a:latin typeface="Times New Roman" panose="02020603050405020304" pitchFamily="18" charset="0"/>
            </a:endParaRPr>
          </a:p>
        </p:txBody>
      </p:sp>
      <p:cxnSp>
        <p:nvCxnSpPr>
          <p:cNvPr id="11" name="Curved Connector 10"/>
          <p:cNvCxnSpPr/>
          <p:nvPr/>
        </p:nvCxnSpPr>
        <p:spPr>
          <a:xfrm>
            <a:off x="5486400" y="3177074"/>
            <a:ext cx="1688841" cy="1143000"/>
          </a:xfrm>
          <a:prstGeom prst="curvedConnector3">
            <a:avLst>
              <a:gd name="adj1" fmla="val 64917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86358" y="3075330"/>
            <a:ext cx="575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×</a:t>
            </a:r>
            <a:endParaRPr lang="en-US" sz="8000" i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3" name="AutoShape 26"/>
          <p:cNvCxnSpPr>
            <a:cxnSpLocks noChangeShapeType="1"/>
          </p:cNvCxnSpPr>
          <p:nvPr/>
        </p:nvCxnSpPr>
        <p:spPr bwMode="auto">
          <a:xfrm>
            <a:off x="7558089" y="4729062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Curved Connector 13"/>
          <p:cNvCxnSpPr/>
          <p:nvPr/>
        </p:nvCxnSpPr>
        <p:spPr>
          <a:xfrm>
            <a:off x="5486400" y="3177074"/>
            <a:ext cx="3464392" cy="1254592"/>
          </a:xfrm>
          <a:prstGeom prst="curved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3747" y="5440936"/>
            <a:ext cx="2742685" cy="608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w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5750" y="5475591"/>
            <a:ext cx="2060620" cy="59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v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4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Convergence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494985"/>
                <a:ext cx="1178834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↝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shortest path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en-US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for </a:t>
                </a:r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some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and</a:t>
                </a:r>
              </a:p>
              <a:p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at any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time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prior to relaxing </a:t>
                </a:r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edge (</a:t>
                </a:r>
                <a:r>
                  <a:rPr lang="en-US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u, v</a:t>
                </a:r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at </a:t>
                </a:r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all times afterward</a:t>
                </a:r>
                <a:r>
                  <a:rPr 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494985"/>
                <a:ext cx="11788346" cy="1384995"/>
              </a:xfrm>
              <a:prstGeom prst="rect">
                <a:avLst/>
              </a:prstGeom>
              <a:blipFill rotWithShape="0">
                <a:blip r:embed="rId2"/>
                <a:stretch>
                  <a:fillRect l="-1086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5878004" y="3517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7935404" y="5041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9992804" y="5041735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z="40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8144739" y="5210607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u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0248778" y="5202373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v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0" name="AutoShape 26"/>
          <p:cNvCxnSpPr>
            <a:cxnSpLocks noChangeShapeType="1"/>
          </p:cNvCxnSpPr>
          <p:nvPr/>
        </p:nvCxnSpPr>
        <p:spPr bwMode="auto">
          <a:xfrm>
            <a:off x="8711693" y="5450723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Curved Connector 10"/>
          <p:cNvCxnSpPr>
            <a:stCxn id="4" idx="6"/>
            <a:endCxn id="5" idx="2"/>
          </p:cNvCxnSpPr>
          <p:nvPr/>
        </p:nvCxnSpPr>
        <p:spPr>
          <a:xfrm>
            <a:off x="6640004" y="3898735"/>
            <a:ext cx="1295400" cy="15240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6108398" y="3690140"/>
            <a:ext cx="2840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 b="1" i="1" dirty="0" smtClean="0">
                <a:latin typeface="Times New Roman" panose="02020603050405020304" pitchFamily="18" charset="0"/>
              </a:rPr>
              <a:t>s</a:t>
            </a:r>
            <a:endParaRPr lang="en-US" altLang="en-US" sz="2000" b="1" i="1" dirty="0">
              <a:latin typeface="Times New Roman" panose="02020603050405020304" pitchFamily="18" charset="0"/>
            </a:endParaRPr>
          </a:p>
        </p:txBody>
      </p:sp>
      <p:cxnSp>
        <p:nvCxnSpPr>
          <p:cNvPr id="13" name="Curved Connector 12"/>
          <p:cNvCxnSpPr>
            <a:endCxn id="6" idx="3"/>
          </p:cNvCxnSpPr>
          <p:nvPr/>
        </p:nvCxnSpPr>
        <p:spPr>
          <a:xfrm>
            <a:off x="6265181" y="4306508"/>
            <a:ext cx="3839215" cy="1385635"/>
          </a:xfrm>
          <a:prstGeom prst="curvedConnector4">
            <a:avLst>
              <a:gd name="adj1" fmla="val -6169"/>
              <a:gd name="adj2" fmla="val 142062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endCxn id="6" idx="4"/>
          </p:cNvCxnSpPr>
          <p:nvPr/>
        </p:nvCxnSpPr>
        <p:spPr>
          <a:xfrm>
            <a:off x="5924816" y="4150047"/>
            <a:ext cx="4448988" cy="1653688"/>
          </a:xfrm>
          <a:prstGeom prst="curvedConnector4">
            <a:avLst>
              <a:gd name="adj1" fmla="val -6868"/>
              <a:gd name="adj2" fmla="val 138233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36725" y="4614737"/>
            <a:ext cx="1627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s,v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53064" y="4569426"/>
            <a:ext cx="1709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u.d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 u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26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Path-relaxation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561660"/>
                <a:ext cx="1178834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&lt;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.,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is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shortest path from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relax edges in the order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. . .,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788346" cy="1384995"/>
              </a:xfrm>
              <a:prstGeom prst="rect">
                <a:avLst/>
              </a:prstGeom>
              <a:blipFill rotWithShape="0">
                <a:blip r:embed="rId2"/>
                <a:stretch>
                  <a:fillRect l="-1086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59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Path-relaxation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561660"/>
                <a:ext cx="11788346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&lt;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.,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is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shortest path from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relax edges in the order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. . .,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788346" cy="1384995"/>
              </a:xfrm>
              <a:prstGeom prst="rect">
                <a:avLst/>
              </a:prstGeom>
              <a:blipFill rotWithShape="0">
                <a:blip r:embed="rId2"/>
                <a:stretch>
                  <a:fillRect l="-1086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8887568" y="3682484"/>
                <a:ext cx="2722668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After </a:t>
                </a:r>
                <a:r>
                  <a:rPr lang="en-US" sz="2800" i="1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th step</a:t>
                </a:r>
              </a:p>
              <a:p>
                <a:pPr algn="ctr"/>
                <a:r>
                  <a:rPr lang="en-US" sz="2800" i="1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568" y="3682484"/>
                <a:ext cx="2722668" cy="954107"/>
              </a:xfrm>
              <a:prstGeom prst="rect">
                <a:avLst/>
              </a:prstGeom>
              <a:blipFill rotWithShape="0">
                <a:blip r:embed="rId3"/>
                <a:stretch>
                  <a:fillRect t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Down Arrow 53"/>
          <p:cNvSpPr/>
          <p:nvPr/>
        </p:nvSpPr>
        <p:spPr>
          <a:xfrm rot="2675677">
            <a:off x="9195651" y="4417666"/>
            <a:ext cx="342692" cy="12310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75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Path-relaxation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561660"/>
                <a:ext cx="11788346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&lt;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. .,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is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shortest path from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relax edges in the order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. . .,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property holds 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regardless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any other relaxation steps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occur, even if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are 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intermixed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relaxations of the edges of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561660"/>
                <a:ext cx="11788346" cy="2246769"/>
              </a:xfrm>
              <a:prstGeom prst="rect">
                <a:avLst/>
              </a:prstGeom>
              <a:blipFill rotWithShape="0">
                <a:blip r:embed="rId2"/>
                <a:stretch>
                  <a:fillRect l="-1086" t="-2710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57984" y="55970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696259" y="56160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144059" y="557795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306359" y="5635109"/>
            <a:ext cx="15151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887568" y="3682484"/>
                <a:ext cx="2722668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After </a:t>
                </a:r>
                <a:r>
                  <a:rPr lang="en-US" sz="2800" i="1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th step</a:t>
                </a:r>
              </a:p>
              <a:p>
                <a:pPr algn="ctr"/>
                <a:r>
                  <a:rPr lang="en-US" sz="2800" i="1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568" y="3682484"/>
                <a:ext cx="2722668" cy="954107"/>
              </a:xfrm>
              <a:prstGeom prst="rect">
                <a:avLst/>
              </a:prstGeom>
              <a:blipFill rotWithShape="0">
                <a:blip r:embed="rId3"/>
                <a:stretch>
                  <a:fillRect t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 rot="2675677">
            <a:off x="9195651" y="4417666"/>
            <a:ext cx="342692" cy="12310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2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Path-relaxation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0659" y="1561660"/>
            <a:ext cx="117883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holds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regardless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any other relaxation steps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occur, even if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intermixed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relaxations of the edges of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1162522" y="522543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600028" y="5213075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021315" y="521410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8477214" y="5224653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3736" y="4718689"/>
            <a:ext cx="486676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28864" y="465690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38229" y="4615709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5111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086564" y="5215128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01321" y="4655027"/>
            <a:ext cx="712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958985" y="5439210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43339" y="4675953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421490" y="52236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4359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43514" y="4685478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7407160" y="544873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771893" y="5343525"/>
            <a:ext cx="1305146" cy="105210"/>
          </a:xfrm>
          <a:custGeom>
            <a:avLst/>
            <a:gdLst>
              <a:gd name="connsiteX0" fmla="*/ 0 w 1062681"/>
              <a:gd name="connsiteY0" fmla="*/ 90616 h 123568"/>
              <a:gd name="connsiteX1" fmla="*/ 32951 w 1062681"/>
              <a:gd name="connsiteY1" fmla="*/ 49427 h 123568"/>
              <a:gd name="connsiteX2" fmla="*/ 57664 w 1062681"/>
              <a:gd name="connsiteY2" fmla="*/ 41189 h 123568"/>
              <a:gd name="connsiteX3" fmla="*/ 82378 w 1062681"/>
              <a:gd name="connsiteY3" fmla="*/ 24714 h 123568"/>
              <a:gd name="connsiteX4" fmla="*/ 131805 w 1062681"/>
              <a:gd name="connsiteY4" fmla="*/ 0 h 123568"/>
              <a:gd name="connsiteX5" fmla="*/ 197708 w 1062681"/>
              <a:gd name="connsiteY5" fmla="*/ 16476 h 123568"/>
              <a:gd name="connsiteX6" fmla="*/ 214183 w 1062681"/>
              <a:gd name="connsiteY6" fmla="*/ 41189 h 123568"/>
              <a:gd name="connsiteX7" fmla="*/ 263610 w 1062681"/>
              <a:gd name="connsiteY7" fmla="*/ 74141 h 123568"/>
              <a:gd name="connsiteX8" fmla="*/ 313037 w 1062681"/>
              <a:gd name="connsiteY8" fmla="*/ 115330 h 123568"/>
              <a:gd name="connsiteX9" fmla="*/ 337751 w 1062681"/>
              <a:gd name="connsiteY9" fmla="*/ 123568 h 123568"/>
              <a:gd name="connsiteX10" fmla="*/ 444843 w 1062681"/>
              <a:gd name="connsiteY10" fmla="*/ 115330 h 123568"/>
              <a:gd name="connsiteX11" fmla="*/ 510746 w 1062681"/>
              <a:gd name="connsiteY11" fmla="*/ 41189 h 123568"/>
              <a:gd name="connsiteX12" fmla="*/ 535459 w 1062681"/>
              <a:gd name="connsiteY12" fmla="*/ 32951 h 123568"/>
              <a:gd name="connsiteX13" fmla="*/ 609600 w 1062681"/>
              <a:gd name="connsiteY13" fmla="*/ 74141 h 123568"/>
              <a:gd name="connsiteX14" fmla="*/ 642551 w 1062681"/>
              <a:gd name="connsiteY14" fmla="*/ 98854 h 123568"/>
              <a:gd name="connsiteX15" fmla="*/ 1062681 w 1062681"/>
              <a:gd name="connsiteY15" fmla="*/ 107092 h 123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681" h="123568">
                <a:moveTo>
                  <a:pt x="0" y="90616"/>
                </a:moveTo>
                <a:cubicBezTo>
                  <a:pt x="10984" y="76886"/>
                  <a:pt x="19601" y="60870"/>
                  <a:pt x="32951" y="49427"/>
                </a:cubicBezTo>
                <a:cubicBezTo>
                  <a:pt x="39544" y="43776"/>
                  <a:pt x="49897" y="45072"/>
                  <a:pt x="57664" y="41189"/>
                </a:cubicBezTo>
                <a:cubicBezTo>
                  <a:pt x="66519" y="36761"/>
                  <a:pt x="73523" y="29142"/>
                  <a:pt x="82378" y="24714"/>
                </a:cubicBezTo>
                <a:cubicBezTo>
                  <a:pt x="150583" y="-9388"/>
                  <a:pt x="60986" y="47213"/>
                  <a:pt x="131805" y="0"/>
                </a:cubicBezTo>
                <a:cubicBezTo>
                  <a:pt x="133857" y="410"/>
                  <a:pt x="189264" y="9721"/>
                  <a:pt x="197708" y="16476"/>
                </a:cubicBezTo>
                <a:cubicBezTo>
                  <a:pt x="205439" y="22661"/>
                  <a:pt x="206732" y="34670"/>
                  <a:pt x="214183" y="41189"/>
                </a:cubicBezTo>
                <a:cubicBezTo>
                  <a:pt x="229085" y="54228"/>
                  <a:pt x="249608" y="60140"/>
                  <a:pt x="263610" y="74141"/>
                </a:cubicBezTo>
                <a:cubicBezTo>
                  <a:pt x="281827" y="92357"/>
                  <a:pt x="290102" y="103862"/>
                  <a:pt x="313037" y="115330"/>
                </a:cubicBezTo>
                <a:cubicBezTo>
                  <a:pt x="320804" y="119213"/>
                  <a:pt x="329513" y="120822"/>
                  <a:pt x="337751" y="123568"/>
                </a:cubicBezTo>
                <a:cubicBezTo>
                  <a:pt x="373448" y="120822"/>
                  <a:pt x="411248" y="127707"/>
                  <a:pt x="444843" y="115330"/>
                </a:cubicBezTo>
                <a:cubicBezTo>
                  <a:pt x="530912" y="83620"/>
                  <a:pt x="468750" y="74786"/>
                  <a:pt x="510746" y="41189"/>
                </a:cubicBezTo>
                <a:cubicBezTo>
                  <a:pt x="517526" y="35765"/>
                  <a:pt x="527221" y="35697"/>
                  <a:pt x="535459" y="32951"/>
                </a:cubicBezTo>
                <a:cubicBezTo>
                  <a:pt x="573991" y="45795"/>
                  <a:pt x="564276" y="40148"/>
                  <a:pt x="609600" y="74141"/>
                </a:cubicBezTo>
                <a:cubicBezTo>
                  <a:pt x="620584" y="82379"/>
                  <a:pt x="628862" y="97801"/>
                  <a:pt x="642551" y="98854"/>
                </a:cubicBezTo>
                <a:cubicBezTo>
                  <a:pt x="751877" y="107264"/>
                  <a:pt x="924525" y="107092"/>
                  <a:pt x="1062681" y="10709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380614" y="5597009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2, 9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41945" y="5611970"/>
            <a:ext cx="14237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4, 10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233924" y="5577959"/>
            <a:ext cx="1335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7,11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514748" y="5635109"/>
            <a:ext cx="10983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887568" y="3682484"/>
                <a:ext cx="2722668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After 2</a:t>
                </a:r>
                <a:r>
                  <a:rPr lang="en-US" sz="2800" i="1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th step</a:t>
                </a:r>
              </a:p>
              <a:p>
                <a:pPr algn="ctr"/>
                <a:r>
                  <a:rPr lang="en-US" sz="2800" i="1" dirty="0" smtClean="0">
                    <a:solidFill>
                      <a:srgbClr val="FF000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568" y="3682484"/>
                <a:ext cx="2722668" cy="954107"/>
              </a:xfrm>
              <a:prstGeom prst="rect">
                <a:avLst/>
              </a:prstGeom>
              <a:blipFill rotWithShape="0">
                <a:blip r:embed="rId2"/>
                <a:stretch>
                  <a:fillRect t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 rot="2675677">
            <a:off x="9195651" y="4417666"/>
            <a:ext cx="342692" cy="12310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3497440" y="3852027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897615" y="3861552"/>
            <a:ext cx="348663" cy="43322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/>
          <p:cNvCxnSpPr>
            <a:endCxn id="29" idx="4"/>
          </p:cNvCxnSpPr>
          <p:nvPr/>
        </p:nvCxnSpPr>
        <p:spPr>
          <a:xfrm flipV="1">
            <a:off x="2920885" y="4285247"/>
            <a:ext cx="750887" cy="9683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854335" y="4096185"/>
            <a:ext cx="1088843" cy="4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4" idx="1"/>
          </p:cNvCxnSpPr>
          <p:nvPr/>
        </p:nvCxnSpPr>
        <p:spPr>
          <a:xfrm>
            <a:off x="5073535" y="4282064"/>
            <a:ext cx="399016" cy="10050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943225" y="4581525"/>
            <a:ext cx="2486025" cy="771525"/>
          </a:xfrm>
          <a:custGeom>
            <a:avLst/>
            <a:gdLst>
              <a:gd name="connsiteX0" fmla="*/ 0 w 2486025"/>
              <a:gd name="connsiteY0" fmla="*/ 733425 h 771525"/>
              <a:gd name="connsiteX1" fmla="*/ 66675 w 2486025"/>
              <a:gd name="connsiteY1" fmla="*/ 695325 h 771525"/>
              <a:gd name="connsiteX2" fmla="*/ 104775 w 2486025"/>
              <a:gd name="connsiteY2" fmla="*/ 685800 h 771525"/>
              <a:gd name="connsiteX3" fmla="*/ 133350 w 2486025"/>
              <a:gd name="connsiteY3" fmla="*/ 666750 h 771525"/>
              <a:gd name="connsiteX4" fmla="*/ 180975 w 2486025"/>
              <a:gd name="connsiteY4" fmla="*/ 647700 h 771525"/>
              <a:gd name="connsiteX5" fmla="*/ 219075 w 2486025"/>
              <a:gd name="connsiteY5" fmla="*/ 628650 h 771525"/>
              <a:gd name="connsiteX6" fmla="*/ 266700 w 2486025"/>
              <a:gd name="connsiteY6" fmla="*/ 619125 h 771525"/>
              <a:gd name="connsiteX7" fmla="*/ 314325 w 2486025"/>
              <a:gd name="connsiteY7" fmla="*/ 590550 h 771525"/>
              <a:gd name="connsiteX8" fmla="*/ 352425 w 2486025"/>
              <a:gd name="connsiteY8" fmla="*/ 581025 h 771525"/>
              <a:gd name="connsiteX9" fmla="*/ 409575 w 2486025"/>
              <a:gd name="connsiteY9" fmla="*/ 552450 h 771525"/>
              <a:gd name="connsiteX10" fmla="*/ 466725 w 2486025"/>
              <a:gd name="connsiteY10" fmla="*/ 495300 h 771525"/>
              <a:gd name="connsiteX11" fmla="*/ 504825 w 2486025"/>
              <a:gd name="connsiteY11" fmla="*/ 438150 h 771525"/>
              <a:gd name="connsiteX12" fmla="*/ 523875 w 2486025"/>
              <a:gd name="connsiteY12" fmla="*/ 409575 h 771525"/>
              <a:gd name="connsiteX13" fmla="*/ 552450 w 2486025"/>
              <a:gd name="connsiteY13" fmla="*/ 390525 h 771525"/>
              <a:gd name="connsiteX14" fmla="*/ 590550 w 2486025"/>
              <a:gd name="connsiteY14" fmla="*/ 333375 h 771525"/>
              <a:gd name="connsiteX15" fmla="*/ 638175 w 2486025"/>
              <a:gd name="connsiteY15" fmla="*/ 276225 h 771525"/>
              <a:gd name="connsiteX16" fmla="*/ 695325 w 2486025"/>
              <a:gd name="connsiteY16" fmla="*/ 238125 h 771525"/>
              <a:gd name="connsiteX17" fmla="*/ 723900 w 2486025"/>
              <a:gd name="connsiteY17" fmla="*/ 209550 h 771525"/>
              <a:gd name="connsiteX18" fmla="*/ 790575 w 2486025"/>
              <a:gd name="connsiteY18" fmla="*/ 171450 h 771525"/>
              <a:gd name="connsiteX19" fmla="*/ 847725 w 2486025"/>
              <a:gd name="connsiteY19" fmla="*/ 133350 h 771525"/>
              <a:gd name="connsiteX20" fmla="*/ 885825 w 2486025"/>
              <a:gd name="connsiteY20" fmla="*/ 114300 h 771525"/>
              <a:gd name="connsiteX21" fmla="*/ 942975 w 2486025"/>
              <a:gd name="connsiteY21" fmla="*/ 76200 h 771525"/>
              <a:gd name="connsiteX22" fmla="*/ 971550 w 2486025"/>
              <a:gd name="connsiteY22" fmla="*/ 66675 h 771525"/>
              <a:gd name="connsiteX23" fmla="*/ 1000125 w 2486025"/>
              <a:gd name="connsiteY23" fmla="*/ 47625 h 771525"/>
              <a:gd name="connsiteX24" fmla="*/ 1057275 w 2486025"/>
              <a:gd name="connsiteY24" fmla="*/ 28575 h 771525"/>
              <a:gd name="connsiteX25" fmla="*/ 1085850 w 2486025"/>
              <a:gd name="connsiteY25" fmla="*/ 19050 h 771525"/>
              <a:gd name="connsiteX26" fmla="*/ 1114425 w 2486025"/>
              <a:gd name="connsiteY26" fmla="*/ 9525 h 771525"/>
              <a:gd name="connsiteX27" fmla="*/ 1152525 w 2486025"/>
              <a:gd name="connsiteY27" fmla="*/ 0 h 771525"/>
              <a:gd name="connsiteX28" fmla="*/ 1628775 w 2486025"/>
              <a:gd name="connsiteY28" fmla="*/ 9525 h 771525"/>
              <a:gd name="connsiteX29" fmla="*/ 1676400 w 2486025"/>
              <a:gd name="connsiteY29" fmla="*/ 19050 h 771525"/>
              <a:gd name="connsiteX30" fmla="*/ 1762125 w 2486025"/>
              <a:gd name="connsiteY30" fmla="*/ 38100 h 771525"/>
              <a:gd name="connsiteX31" fmla="*/ 1828800 w 2486025"/>
              <a:gd name="connsiteY31" fmla="*/ 76200 h 771525"/>
              <a:gd name="connsiteX32" fmla="*/ 1885950 w 2486025"/>
              <a:gd name="connsiteY32" fmla="*/ 104775 h 771525"/>
              <a:gd name="connsiteX33" fmla="*/ 1914525 w 2486025"/>
              <a:gd name="connsiteY33" fmla="*/ 133350 h 771525"/>
              <a:gd name="connsiteX34" fmla="*/ 1971675 w 2486025"/>
              <a:gd name="connsiteY34" fmla="*/ 171450 h 771525"/>
              <a:gd name="connsiteX35" fmla="*/ 1990725 w 2486025"/>
              <a:gd name="connsiteY35" fmla="*/ 200025 h 771525"/>
              <a:gd name="connsiteX36" fmla="*/ 2047875 w 2486025"/>
              <a:gd name="connsiteY36" fmla="*/ 238125 h 771525"/>
              <a:gd name="connsiteX37" fmla="*/ 2095500 w 2486025"/>
              <a:gd name="connsiteY37" fmla="*/ 295275 h 771525"/>
              <a:gd name="connsiteX38" fmla="*/ 2143125 w 2486025"/>
              <a:gd name="connsiteY38" fmla="*/ 342900 h 771525"/>
              <a:gd name="connsiteX39" fmla="*/ 2152650 w 2486025"/>
              <a:gd name="connsiteY39" fmla="*/ 371475 h 771525"/>
              <a:gd name="connsiteX40" fmla="*/ 2181225 w 2486025"/>
              <a:gd name="connsiteY40" fmla="*/ 400050 h 771525"/>
              <a:gd name="connsiteX41" fmla="*/ 2200275 w 2486025"/>
              <a:gd name="connsiteY41" fmla="*/ 428625 h 771525"/>
              <a:gd name="connsiteX42" fmla="*/ 2228850 w 2486025"/>
              <a:gd name="connsiteY42" fmla="*/ 457200 h 771525"/>
              <a:gd name="connsiteX43" fmla="*/ 2295525 w 2486025"/>
              <a:gd name="connsiteY43" fmla="*/ 542925 h 771525"/>
              <a:gd name="connsiteX44" fmla="*/ 2333625 w 2486025"/>
              <a:gd name="connsiteY44" fmla="*/ 590550 h 771525"/>
              <a:gd name="connsiteX45" fmla="*/ 2352675 w 2486025"/>
              <a:gd name="connsiteY45" fmla="*/ 619125 h 771525"/>
              <a:gd name="connsiteX46" fmla="*/ 2409825 w 2486025"/>
              <a:gd name="connsiteY46" fmla="*/ 676275 h 771525"/>
              <a:gd name="connsiteX47" fmla="*/ 2447925 w 2486025"/>
              <a:gd name="connsiteY47" fmla="*/ 733425 h 771525"/>
              <a:gd name="connsiteX48" fmla="*/ 2486025 w 2486025"/>
              <a:gd name="connsiteY48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486025" h="771525">
                <a:moveTo>
                  <a:pt x="0" y="733425"/>
                </a:moveTo>
                <a:cubicBezTo>
                  <a:pt x="22225" y="720725"/>
                  <a:pt x="43372" y="705917"/>
                  <a:pt x="66675" y="695325"/>
                </a:cubicBezTo>
                <a:cubicBezTo>
                  <a:pt x="78592" y="689908"/>
                  <a:pt x="92743" y="690957"/>
                  <a:pt x="104775" y="685800"/>
                </a:cubicBezTo>
                <a:cubicBezTo>
                  <a:pt x="115297" y="681291"/>
                  <a:pt x="123111" y="671870"/>
                  <a:pt x="133350" y="666750"/>
                </a:cubicBezTo>
                <a:cubicBezTo>
                  <a:pt x="148643" y="659104"/>
                  <a:pt x="165351" y="654644"/>
                  <a:pt x="180975" y="647700"/>
                </a:cubicBezTo>
                <a:cubicBezTo>
                  <a:pt x="193950" y="641933"/>
                  <a:pt x="205605" y="633140"/>
                  <a:pt x="219075" y="628650"/>
                </a:cubicBezTo>
                <a:cubicBezTo>
                  <a:pt x="234434" y="623530"/>
                  <a:pt x="250825" y="622300"/>
                  <a:pt x="266700" y="619125"/>
                </a:cubicBezTo>
                <a:cubicBezTo>
                  <a:pt x="282575" y="609600"/>
                  <a:pt x="297407" y="598069"/>
                  <a:pt x="314325" y="590550"/>
                </a:cubicBezTo>
                <a:cubicBezTo>
                  <a:pt x="326288" y="585233"/>
                  <a:pt x="339838" y="584621"/>
                  <a:pt x="352425" y="581025"/>
                </a:cubicBezTo>
                <a:cubicBezTo>
                  <a:pt x="376814" y="574057"/>
                  <a:pt x="389801" y="570027"/>
                  <a:pt x="409575" y="552450"/>
                </a:cubicBezTo>
                <a:cubicBezTo>
                  <a:pt x="429711" y="534552"/>
                  <a:pt x="451781" y="517716"/>
                  <a:pt x="466725" y="495300"/>
                </a:cubicBezTo>
                <a:lnTo>
                  <a:pt x="504825" y="438150"/>
                </a:lnTo>
                <a:cubicBezTo>
                  <a:pt x="511175" y="428625"/>
                  <a:pt x="514350" y="415925"/>
                  <a:pt x="523875" y="409575"/>
                </a:cubicBezTo>
                <a:lnTo>
                  <a:pt x="552450" y="390525"/>
                </a:lnTo>
                <a:cubicBezTo>
                  <a:pt x="569766" y="321260"/>
                  <a:pt x="546697" y="377228"/>
                  <a:pt x="590550" y="333375"/>
                </a:cubicBezTo>
                <a:cubicBezTo>
                  <a:pt x="645583" y="278342"/>
                  <a:pt x="567956" y="330840"/>
                  <a:pt x="638175" y="276225"/>
                </a:cubicBezTo>
                <a:cubicBezTo>
                  <a:pt x="656247" y="262169"/>
                  <a:pt x="679136" y="254314"/>
                  <a:pt x="695325" y="238125"/>
                </a:cubicBezTo>
                <a:cubicBezTo>
                  <a:pt x="704850" y="228600"/>
                  <a:pt x="713552" y="218174"/>
                  <a:pt x="723900" y="209550"/>
                </a:cubicBezTo>
                <a:cubicBezTo>
                  <a:pt x="752142" y="186015"/>
                  <a:pt x="757303" y="191413"/>
                  <a:pt x="790575" y="171450"/>
                </a:cubicBezTo>
                <a:cubicBezTo>
                  <a:pt x="810208" y="159670"/>
                  <a:pt x="827247" y="143589"/>
                  <a:pt x="847725" y="133350"/>
                </a:cubicBezTo>
                <a:cubicBezTo>
                  <a:pt x="860425" y="127000"/>
                  <a:pt x="873649" y="121605"/>
                  <a:pt x="885825" y="114300"/>
                </a:cubicBezTo>
                <a:cubicBezTo>
                  <a:pt x="905458" y="102520"/>
                  <a:pt x="921255" y="83440"/>
                  <a:pt x="942975" y="76200"/>
                </a:cubicBezTo>
                <a:cubicBezTo>
                  <a:pt x="952500" y="73025"/>
                  <a:pt x="962570" y="71165"/>
                  <a:pt x="971550" y="66675"/>
                </a:cubicBezTo>
                <a:cubicBezTo>
                  <a:pt x="981789" y="61555"/>
                  <a:pt x="989664" y="52274"/>
                  <a:pt x="1000125" y="47625"/>
                </a:cubicBezTo>
                <a:cubicBezTo>
                  <a:pt x="1018475" y="39470"/>
                  <a:pt x="1038225" y="34925"/>
                  <a:pt x="1057275" y="28575"/>
                </a:cubicBezTo>
                <a:lnTo>
                  <a:pt x="1085850" y="19050"/>
                </a:lnTo>
                <a:cubicBezTo>
                  <a:pt x="1095375" y="15875"/>
                  <a:pt x="1104685" y="11960"/>
                  <a:pt x="1114425" y="9525"/>
                </a:cubicBezTo>
                <a:lnTo>
                  <a:pt x="1152525" y="0"/>
                </a:lnTo>
                <a:lnTo>
                  <a:pt x="1628775" y="9525"/>
                </a:lnTo>
                <a:cubicBezTo>
                  <a:pt x="1644954" y="10113"/>
                  <a:pt x="1660596" y="15538"/>
                  <a:pt x="1676400" y="19050"/>
                </a:cubicBezTo>
                <a:cubicBezTo>
                  <a:pt x="1797464" y="45953"/>
                  <a:pt x="1618486" y="9372"/>
                  <a:pt x="1762125" y="38100"/>
                </a:cubicBezTo>
                <a:cubicBezTo>
                  <a:pt x="1831743" y="84512"/>
                  <a:pt x="1744207" y="27861"/>
                  <a:pt x="1828800" y="76200"/>
                </a:cubicBezTo>
                <a:cubicBezTo>
                  <a:pt x="1880501" y="105743"/>
                  <a:pt x="1833559" y="87311"/>
                  <a:pt x="1885950" y="104775"/>
                </a:cubicBezTo>
                <a:cubicBezTo>
                  <a:pt x="1895475" y="114300"/>
                  <a:pt x="1903892" y="125080"/>
                  <a:pt x="1914525" y="133350"/>
                </a:cubicBezTo>
                <a:cubicBezTo>
                  <a:pt x="1932597" y="147406"/>
                  <a:pt x="1971675" y="171450"/>
                  <a:pt x="1971675" y="171450"/>
                </a:cubicBezTo>
                <a:cubicBezTo>
                  <a:pt x="1978025" y="180975"/>
                  <a:pt x="1982110" y="192487"/>
                  <a:pt x="1990725" y="200025"/>
                </a:cubicBezTo>
                <a:cubicBezTo>
                  <a:pt x="2007955" y="215102"/>
                  <a:pt x="2047875" y="238125"/>
                  <a:pt x="2047875" y="238125"/>
                </a:cubicBezTo>
                <a:cubicBezTo>
                  <a:pt x="2095173" y="309071"/>
                  <a:pt x="2034384" y="221936"/>
                  <a:pt x="2095500" y="295275"/>
                </a:cubicBezTo>
                <a:cubicBezTo>
                  <a:pt x="2135188" y="342900"/>
                  <a:pt x="2090738" y="307975"/>
                  <a:pt x="2143125" y="342900"/>
                </a:cubicBezTo>
                <a:cubicBezTo>
                  <a:pt x="2146300" y="352425"/>
                  <a:pt x="2147081" y="363121"/>
                  <a:pt x="2152650" y="371475"/>
                </a:cubicBezTo>
                <a:cubicBezTo>
                  <a:pt x="2160122" y="382683"/>
                  <a:pt x="2172601" y="389702"/>
                  <a:pt x="2181225" y="400050"/>
                </a:cubicBezTo>
                <a:cubicBezTo>
                  <a:pt x="2188554" y="408844"/>
                  <a:pt x="2192946" y="419831"/>
                  <a:pt x="2200275" y="428625"/>
                </a:cubicBezTo>
                <a:cubicBezTo>
                  <a:pt x="2208899" y="438973"/>
                  <a:pt x="2220580" y="446567"/>
                  <a:pt x="2228850" y="457200"/>
                </a:cubicBezTo>
                <a:cubicBezTo>
                  <a:pt x="2308601" y="559737"/>
                  <a:pt x="2230651" y="478051"/>
                  <a:pt x="2295525" y="542925"/>
                </a:cubicBezTo>
                <a:cubicBezTo>
                  <a:pt x="2314068" y="598555"/>
                  <a:pt x="2290541" y="547466"/>
                  <a:pt x="2333625" y="590550"/>
                </a:cubicBezTo>
                <a:cubicBezTo>
                  <a:pt x="2341720" y="598645"/>
                  <a:pt x="2345070" y="610569"/>
                  <a:pt x="2352675" y="619125"/>
                </a:cubicBezTo>
                <a:cubicBezTo>
                  <a:pt x="2370573" y="639261"/>
                  <a:pt x="2394881" y="653859"/>
                  <a:pt x="2409825" y="676275"/>
                </a:cubicBezTo>
                <a:cubicBezTo>
                  <a:pt x="2422525" y="695325"/>
                  <a:pt x="2428875" y="720725"/>
                  <a:pt x="2447925" y="733425"/>
                </a:cubicBezTo>
                <a:cubicBezTo>
                  <a:pt x="2482407" y="756413"/>
                  <a:pt x="2471380" y="742236"/>
                  <a:pt x="2486025" y="771525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458427" y="4335620"/>
            <a:ext cx="962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71389" y="3596759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3, 8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189905" y="4406384"/>
            <a:ext cx="1252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6,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15752" y="4187309"/>
            <a:ext cx="962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2561" y="341376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269486" y="3566164"/>
            <a:ext cx="486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1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Predecessor-subgraph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Property 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0659" y="1409260"/>
                <a:ext cx="11788346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Once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l-GR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predecessor subgraph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</a:t>
                </a:r>
                <a:r>
                  <a:rPr lang="en-US" sz="2800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shortest-paths tree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rooted at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59" y="1409260"/>
                <a:ext cx="11788346" cy="954107"/>
              </a:xfrm>
              <a:prstGeom prst="rect">
                <a:avLst/>
              </a:prstGeom>
              <a:blipFill rotWithShape="0">
                <a:blip r:embed="rId2"/>
                <a:stretch>
                  <a:fillRect l="-1086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679487" y="5679694"/>
            <a:ext cx="15490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V, 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02153" y="5630274"/>
                <a:ext cx="6573951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0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Predecessor subgraph,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′=(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′,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</m:oMath>
                </a14:m>
                <a:r>
                  <a:rPr lang="en-US" sz="2800" b="0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800" b="0" dirty="0" smtClean="0">
                    <a:cs typeface="Times New Roman" panose="02020603050405020304" pitchFamily="18" charset="0"/>
                  </a:rPr>
                  <a:t>o</a:t>
                </a:r>
                <a:r>
                  <a:rPr lang="en-US" sz="2800" dirty="0" smtClean="0">
                    <a:cs typeface="Times New Roman" panose="02020603050405020304" pitchFamily="18" charset="0"/>
                  </a:rPr>
                  <a:t>r</a:t>
                </a:r>
                <a:r>
                  <a:rPr lang="en-US" sz="2800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Shortest paths tree </a:t>
                </a:r>
                <a:r>
                  <a:rPr lang="en-US" sz="280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rooted </a:t>
                </a:r>
                <a:r>
                  <a:rPr lang="en-US" sz="2800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at </a:t>
                </a:r>
                <a:r>
                  <a:rPr lang="en-US" sz="2800" i="1" dirty="0" smtClean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s</a:t>
                </a:r>
                <a:endParaRPr lang="en-US" sz="2800" dirty="0" smtClean="0">
                  <a:solidFill>
                    <a:srgbClr val="7030A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153" y="5630274"/>
                <a:ext cx="6573951" cy="954107"/>
              </a:xfrm>
              <a:prstGeom prst="rect">
                <a:avLst/>
              </a:prstGeom>
              <a:blipFill rotWithShape="0">
                <a:blip r:embed="rId3"/>
                <a:stretch>
                  <a:fillRect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8641964" y="2825084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47689" y="284719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6106076" y="386894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372031" y="4882325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92549" y="4882325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/>
          <p:cNvCxnSpPr>
            <a:stCxn id="7" idx="6"/>
            <a:endCxn id="6" idx="2"/>
          </p:cNvCxnSpPr>
          <p:nvPr/>
        </p:nvCxnSpPr>
        <p:spPr>
          <a:xfrm>
            <a:off x="7804933" y="3068295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9" idx="7"/>
            <a:endCxn id="7" idx="3"/>
          </p:cNvCxnSpPr>
          <p:nvPr/>
        </p:nvCxnSpPr>
        <p:spPr>
          <a:xfrm flipV="1">
            <a:off x="6496358" y="3224636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5"/>
            <a:endCxn id="10" idx="1"/>
          </p:cNvCxnSpPr>
          <p:nvPr/>
        </p:nvCxnSpPr>
        <p:spPr>
          <a:xfrm>
            <a:off x="6496358" y="4246389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7291" y="4490996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56936" y="270105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05654" y="3258248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6822" y="349443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6295" y="2471005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14276" y="2458752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84010" y="524959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70565" y="521572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7858477" y="514835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10480" y="478111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348898" y="2664446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054623" y="268655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13010" y="3708309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078965" y="472168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399483" y="4721687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Connector 29"/>
          <p:cNvCxnSpPr>
            <a:endCxn id="25" idx="3"/>
          </p:cNvCxnSpPr>
          <p:nvPr/>
        </p:nvCxnSpPr>
        <p:spPr>
          <a:xfrm flipV="1">
            <a:off x="2480655" y="3079632"/>
            <a:ext cx="949267" cy="171525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6" idx="6"/>
            <a:endCxn id="25" idx="2"/>
          </p:cNvCxnSpPr>
          <p:nvPr/>
        </p:nvCxnSpPr>
        <p:spPr>
          <a:xfrm>
            <a:off x="2511867" y="2907657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7" idx="7"/>
            <a:endCxn id="26" idx="3"/>
          </p:cNvCxnSpPr>
          <p:nvPr/>
        </p:nvCxnSpPr>
        <p:spPr>
          <a:xfrm flipV="1">
            <a:off x="1203292" y="3063998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7" idx="5"/>
            <a:endCxn id="28" idx="1"/>
          </p:cNvCxnSpPr>
          <p:nvPr/>
        </p:nvCxnSpPr>
        <p:spPr>
          <a:xfrm>
            <a:off x="1203292" y="4085751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69950" y="419413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3519" y="36643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14225" y="4330358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63870" y="254041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2588" y="309761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86359" y="366501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82217" y="348139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3756" y="333379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3229" y="231036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21210" y="229811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944" y="5088956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77499" y="5055086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Arc 45"/>
          <p:cNvSpPr/>
          <p:nvPr/>
        </p:nvSpPr>
        <p:spPr>
          <a:xfrm rot="16200000">
            <a:off x="1387729" y="3736576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Arc 46"/>
          <p:cNvSpPr/>
          <p:nvPr/>
        </p:nvSpPr>
        <p:spPr>
          <a:xfrm rot="5400000">
            <a:off x="1506102" y="3783080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11601" y="3693226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74441" y="369384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Arc 49"/>
          <p:cNvSpPr/>
          <p:nvPr/>
        </p:nvSpPr>
        <p:spPr>
          <a:xfrm rot="16200000">
            <a:off x="2775811" y="3765407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rc 50"/>
          <p:cNvSpPr/>
          <p:nvPr/>
        </p:nvSpPr>
        <p:spPr>
          <a:xfrm rot="5400000">
            <a:off x="2894184" y="3811911"/>
            <a:ext cx="1749771" cy="323682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>
            <a:off x="2565411" y="4987716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817414" y="4620476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Straight Connector 53"/>
          <p:cNvCxnSpPr>
            <a:endCxn id="27" idx="6"/>
          </p:cNvCxnSpPr>
          <p:nvPr/>
        </p:nvCxnSpPr>
        <p:spPr>
          <a:xfrm flipH="1" flipV="1">
            <a:off x="1270254" y="3929410"/>
            <a:ext cx="2173592" cy="82451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59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697" y="3560548"/>
            <a:ext cx="3819525" cy="268605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86240" y="1746183"/>
            <a:ext cx="3180318" cy="3252507"/>
            <a:chOff x="786240" y="774115"/>
            <a:chExt cx="3180318" cy="3252507"/>
          </a:xfrm>
        </p:grpSpPr>
        <p:sp>
          <p:nvSpPr>
            <p:cNvPr id="6" name="Oval 5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1" name="Straight Connector 10"/>
            <p:cNvCxnSpPr>
              <a:endCxn id="6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7" idx="6"/>
              <a:endCxn id="6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8" idx="7"/>
              <a:endCxn id="7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8" idx="5"/>
              <a:endCxn id="9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57422" y="1545228"/>
              <a:ext cx="527467" cy="426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rc 26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rc 27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6345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c 30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/>
            <p:cNvCxnSpPr>
              <a:endCxn id="8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/>
          <p:cNvSpPr/>
          <p:nvPr/>
        </p:nvSpPr>
        <p:spPr>
          <a:xfrm>
            <a:off x="3525113" y="5154180"/>
            <a:ext cx="457244" cy="4422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41538368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643"/>
            <a:ext cx="5189416" cy="156930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055646" y="1906568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61371" y="192867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519758" y="295043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785713" y="3963809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9106231" y="3963809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>
            <a:endCxn id="5" idx="4"/>
          </p:cNvCxnSpPr>
          <p:nvPr/>
        </p:nvCxnSpPr>
        <p:spPr>
          <a:xfrm flipV="1">
            <a:off x="8187403" y="2392989"/>
            <a:ext cx="1144876" cy="1644017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6"/>
            <a:endCxn id="5" idx="2"/>
          </p:cNvCxnSpPr>
          <p:nvPr/>
        </p:nvCxnSpPr>
        <p:spPr>
          <a:xfrm>
            <a:off x="8218615" y="2149779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7"/>
            <a:endCxn id="6" idx="3"/>
          </p:cNvCxnSpPr>
          <p:nvPr/>
        </p:nvCxnSpPr>
        <p:spPr>
          <a:xfrm flipV="1">
            <a:off x="6910040" y="2306120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6"/>
            <a:endCxn id="5" idx="3"/>
          </p:cNvCxnSpPr>
          <p:nvPr/>
        </p:nvCxnSpPr>
        <p:spPr>
          <a:xfrm flipV="1">
            <a:off x="6977002" y="2321754"/>
            <a:ext cx="2159668" cy="8497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76698" y="3436257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07843" y="288180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38815" y="306173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70618" y="178253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9336" y="2339732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33185" y="2799831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92884" y="330908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9977" y="1552489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27958" y="1540236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97692" y="433107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84247" y="4297208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92272" y="2803540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96297" y="301010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8272159" y="4229838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41782" y="4167402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/>
          <p:cNvCxnSpPr>
            <a:stCxn id="5" idx="4"/>
            <a:endCxn id="9" idx="0"/>
          </p:cNvCxnSpPr>
          <p:nvPr/>
        </p:nvCxnSpPr>
        <p:spPr>
          <a:xfrm>
            <a:off x="9332279" y="2392989"/>
            <a:ext cx="2574" cy="1570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034817" y="2380629"/>
            <a:ext cx="2574" cy="1570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" idx="5"/>
          </p:cNvCxnSpPr>
          <p:nvPr/>
        </p:nvCxnSpPr>
        <p:spPr>
          <a:xfrm>
            <a:off x="8151653" y="2306120"/>
            <a:ext cx="1039035" cy="1678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523875" y="1941290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6757954" y="2388242"/>
            <a:ext cx="2574" cy="5505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89138" y="2352087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6962349" y="2178609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214352" y="1811369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93346" y="1912769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147985" y="3470808"/>
            <a:ext cx="6042120" cy="2134437"/>
            <a:chOff x="147985" y="3470808"/>
            <a:chExt cx="6042120" cy="2134437"/>
          </a:xfrm>
        </p:grpSpPr>
        <p:sp>
          <p:nvSpPr>
            <p:cNvPr id="36" name="Oval 35"/>
            <p:cNvSpPr/>
            <p:nvPr/>
          </p:nvSpPr>
          <p:spPr>
            <a:xfrm>
              <a:off x="1257603" y="4305297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66210" y="3904394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47985" y="429319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580644" y="453051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85870" y="414679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59140" y="388573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2392800" y="4322025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2825459" y="4559344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2930685" y="416739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503955" y="391456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1705110" y="4534630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1810336" y="4150914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639232" y="4350604"/>
              <a:ext cx="457244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747839" y="394970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3529614" y="433850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>
            <a:xfrm>
              <a:off x="3962273" y="4575821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4067499" y="4183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640769" y="393103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5774429" y="4367332"/>
              <a:ext cx="415676" cy="4422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885584" y="39598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5086739" y="4579937"/>
              <a:ext cx="69176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5185386" y="4187983"/>
              <a:ext cx="527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 77"/>
            <p:cNvSpPr/>
            <p:nvPr/>
          </p:nvSpPr>
          <p:spPr>
            <a:xfrm>
              <a:off x="1515762" y="3847070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3867660" y="3925329"/>
              <a:ext cx="2017924" cy="510746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 rot="10800000">
              <a:off x="465438" y="467497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 rot="10800000">
              <a:off x="2751441" y="4703801"/>
              <a:ext cx="2089646" cy="518984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 rot="10800000">
              <a:off x="2656700" y="4703207"/>
              <a:ext cx="3365157" cy="836732"/>
            </a:xfrm>
            <a:custGeom>
              <a:avLst/>
              <a:gdLst>
                <a:gd name="connsiteX0" fmla="*/ 0 w 2240692"/>
                <a:gd name="connsiteY0" fmla="*/ 436606 h 510746"/>
                <a:gd name="connsiteX1" fmla="*/ 41189 w 2240692"/>
                <a:gd name="connsiteY1" fmla="*/ 395416 h 510746"/>
                <a:gd name="connsiteX2" fmla="*/ 65903 w 2240692"/>
                <a:gd name="connsiteY2" fmla="*/ 378941 h 510746"/>
                <a:gd name="connsiteX3" fmla="*/ 98854 w 2240692"/>
                <a:gd name="connsiteY3" fmla="*/ 329514 h 510746"/>
                <a:gd name="connsiteX4" fmla="*/ 172995 w 2240692"/>
                <a:gd name="connsiteY4" fmla="*/ 255373 h 510746"/>
                <a:gd name="connsiteX5" fmla="*/ 197708 w 2240692"/>
                <a:gd name="connsiteY5" fmla="*/ 230660 h 510746"/>
                <a:gd name="connsiteX6" fmla="*/ 247135 w 2240692"/>
                <a:gd name="connsiteY6" fmla="*/ 189471 h 510746"/>
                <a:gd name="connsiteX7" fmla="*/ 296562 w 2240692"/>
                <a:gd name="connsiteY7" fmla="*/ 156519 h 510746"/>
                <a:gd name="connsiteX8" fmla="*/ 362465 w 2240692"/>
                <a:gd name="connsiteY8" fmla="*/ 98854 h 510746"/>
                <a:gd name="connsiteX9" fmla="*/ 387179 w 2240692"/>
                <a:gd name="connsiteY9" fmla="*/ 90616 h 510746"/>
                <a:gd name="connsiteX10" fmla="*/ 436606 w 2240692"/>
                <a:gd name="connsiteY10" fmla="*/ 57665 h 510746"/>
                <a:gd name="connsiteX11" fmla="*/ 469557 w 2240692"/>
                <a:gd name="connsiteY11" fmla="*/ 49427 h 510746"/>
                <a:gd name="connsiteX12" fmla="*/ 527222 w 2240692"/>
                <a:gd name="connsiteY12" fmla="*/ 32952 h 510746"/>
                <a:gd name="connsiteX13" fmla="*/ 584887 w 2240692"/>
                <a:gd name="connsiteY13" fmla="*/ 24714 h 510746"/>
                <a:gd name="connsiteX14" fmla="*/ 609600 w 2240692"/>
                <a:gd name="connsiteY14" fmla="*/ 16476 h 510746"/>
                <a:gd name="connsiteX15" fmla="*/ 807308 w 2240692"/>
                <a:gd name="connsiteY15" fmla="*/ 0 h 510746"/>
                <a:gd name="connsiteX16" fmla="*/ 1466335 w 2240692"/>
                <a:gd name="connsiteY16" fmla="*/ 8238 h 510746"/>
                <a:gd name="connsiteX17" fmla="*/ 1524000 w 2240692"/>
                <a:gd name="connsiteY17" fmla="*/ 16476 h 510746"/>
                <a:gd name="connsiteX18" fmla="*/ 1573427 w 2240692"/>
                <a:gd name="connsiteY18" fmla="*/ 32952 h 510746"/>
                <a:gd name="connsiteX19" fmla="*/ 1598141 w 2240692"/>
                <a:gd name="connsiteY19" fmla="*/ 41189 h 510746"/>
                <a:gd name="connsiteX20" fmla="*/ 1680519 w 2240692"/>
                <a:gd name="connsiteY20" fmla="*/ 57665 h 510746"/>
                <a:gd name="connsiteX21" fmla="*/ 1705233 w 2240692"/>
                <a:gd name="connsiteY21" fmla="*/ 65903 h 510746"/>
                <a:gd name="connsiteX22" fmla="*/ 1812324 w 2240692"/>
                <a:gd name="connsiteY22" fmla="*/ 90616 h 510746"/>
                <a:gd name="connsiteX23" fmla="*/ 1837038 w 2240692"/>
                <a:gd name="connsiteY23" fmla="*/ 98854 h 510746"/>
                <a:gd name="connsiteX24" fmla="*/ 1886465 w 2240692"/>
                <a:gd name="connsiteY24" fmla="*/ 123568 h 510746"/>
                <a:gd name="connsiteX25" fmla="*/ 1911179 w 2240692"/>
                <a:gd name="connsiteY25" fmla="*/ 148281 h 510746"/>
                <a:gd name="connsiteX26" fmla="*/ 1960606 w 2240692"/>
                <a:gd name="connsiteY26" fmla="*/ 181233 h 510746"/>
                <a:gd name="connsiteX27" fmla="*/ 2001795 w 2240692"/>
                <a:gd name="connsiteY27" fmla="*/ 230660 h 510746"/>
                <a:gd name="connsiteX28" fmla="*/ 2075935 w 2240692"/>
                <a:gd name="connsiteY28" fmla="*/ 296562 h 510746"/>
                <a:gd name="connsiteX29" fmla="*/ 2133600 w 2240692"/>
                <a:gd name="connsiteY29" fmla="*/ 370703 h 510746"/>
                <a:gd name="connsiteX30" fmla="*/ 2174789 w 2240692"/>
                <a:gd name="connsiteY30" fmla="*/ 411892 h 510746"/>
                <a:gd name="connsiteX31" fmla="*/ 2207741 w 2240692"/>
                <a:gd name="connsiteY31" fmla="*/ 453081 h 510746"/>
                <a:gd name="connsiteX32" fmla="*/ 2232454 w 2240692"/>
                <a:gd name="connsiteY32" fmla="*/ 502508 h 510746"/>
                <a:gd name="connsiteX33" fmla="*/ 2240692 w 2240692"/>
                <a:gd name="connsiteY33" fmla="*/ 510746 h 51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40692" h="510746">
                  <a:moveTo>
                    <a:pt x="0" y="436606"/>
                  </a:moveTo>
                  <a:cubicBezTo>
                    <a:pt x="13730" y="422876"/>
                    <a:pt x="26576" y="408202"/>
                    <a:pt x="41189" y="395416"/>
                  </a:cubicBezTo>
                  <a:cubicBezTo>
                    <a:pt x="48640" y="388896"/>
                    <a:pt x="59383" y="386392"/>
                    <a:pt x="65903" y="378941"/>
                  </a:cubicBezTo>
                  <a:cubicBezTo>
                    <a:pt x="78942" y="364039"/>
                    <a:pt x="84852" y="343516"/>
                    <a:pt x="98854" y="329514"/>
                  </a:cubicBezTo>
                  <a:lnTo>
                    <a:pt x="172995" y="255373"/>
                  </a:lnTo>
                  <a:cubicBezTo>
                    <a:pt x="181233" y="247135"/>
                    <a:pt x="188015" y="237122"/>
                    <a:pt x="197708" y="230660"/>
                  </a:cubicBezTo>
                  <a:cubicBezTo>
                    <a:pt x="286015" y="171788"/>
                    <a:pt x="152000" y="263466"/>
                    <a:pt x="247135" y="189471"/>
                  </a:cubicBezTo>
                  <a:cubicBezTo>
                    <a:pt x="262765" y="177314"/>
                    <a:pt x="296562" y="156519"/>
                    <a:pt x="296562" y="156519"/>
                  </a:cubicBezTo>
                  <a:cubicBezTo>
                    <a:pt x="315784" y="127688"/>
                    <a:pt x="321277" y="112583"/>
                    <a:pt x="362465" y="98854"/>
                  </a:cubicBezTo>
                  <a:cubicBezTo>
                    <a:pt x="370703" y="96108"/>
                    <a:pt x="379588" y="94833"/>
                    <a:pt x="387179" y="90616"/>
                  </a:cubicBezTo>
                  <a:cubicBezTo>
                    <a:pt x="404488" y="81000"/>
                    <a:pt x="417396" y="62468"/>
                    <a:pt x="436606" y="57665"/>
                  </a:cubicBezTo>
                  <a:cubicBezTo>
                    <a:pt x="447590" y="54919"/>
                    <a:pt x="458671" y="52537"/>
                    <a:pt x="469557" y="49427"/>
                  </a:cubicBezTo>
                  <a:cubicBezTo>
                    <a:pt x="500444" y="40602"/>
                    <a:pt x="491800" y="39392"/>
                    <a:pt x="527222" y="32952"/>
                  </a:cubicBezTo>
                  <a:cubicBezTo>
                    <a:pt x="546326" y="29479"/>
                    <a:pt x="565665" y="27460"/>
                    <a:pt x="584887" y="24714"/>
                  </a:cubicBezTo>
                  <a:cubicBezTo>
                    <a:pt x="593125" y="21968"/>
                    <a:pt x="600970" y="17435"/>
                    <a:pt x="609600" y="16476"/>
                  </a:cubicBezTo>
                  <a:cubicBezTo>
                    <a:pt x="675327" y="9173"/>
                    <a:pt x="807308" y="0"/>
                    <a:pt x="807308" y="0"/>
                  </a:cubicBezTo>
                  <a:lnTo>
                    <a:pt x="1466335" y="8238"/>
                  </a:lnTo>
                  <a:cubicBezTo>
                    <a:pt x="1485747" y="8684"/>
                    <a:pt x="1505080" y="12110"/>
                    <a:pt x="1524000" y="16476"/>
                  </a:cubicBezTo>
                  <a:cubicBezTo>
                    <a:pt x="1540922" y="20381"/>
                    <a:pt x="1556951" y="27460"/>
                    <a:pt x="1573427" y="32952"/>
                  </a:cubicBezTo>
                  <a:cubicBezTo>
                    <a:pt x="1581665" y="35698"/>
                    <a:pt x="1589626" y="39486"/>
                    <a:pt x="1598141" y="41189"/>
                  </a:cubicBezTo>
                  <a:cubicBezTo>
                    <a:pt x="1625600" y="46681"/>
                    <a:pt x="1653953" y="48810"/>
                    <a:pt x="1680519" y="57665"/>
                  </a:cubicBezTo>
                  <a:cubicBezTo>
                    <a:pt x="1688757" y="60411"/>
                    <a:pt x="1696809" y="63797"/>
                    <a:pt x="1705233" y="65903"/>
                  </a:cubicBezTo>
                  <a:cubicBezTo>
                    <a:pt x="1757505" y="78971"/>
                    <a:pt x="1750822" y="70115"/>
                    <a:pt x="1812324" y="90616"/>
                  </a:cubicBezTo>
                  <a:cubicBezTo>
                    <a:pt x="1820562" y="93362"/>
                    <a:pt x="1829271" y="94971"/>
                    <a:pt x="1837038" y="98854"/>
                  </a:cubicBezTo>
                  <a:cubicBezTo>
                    <a:pt x="1900918" y="130794"/>
                    <a:pt x="1824346" y="102861"/>
                    <a:pt x="1886465" y="123568"/>
                  </a:cubicBezTo>
                  <a:cubicBezTo>
                    <a:pt x="1894703" y="131806"/>
                    <a:pt x="1901983" y="141129"/>
                    <a:pt x="1911179" y="148281"/>
                  </a:cubicBezTo>
                  <a:cubicBezTo>
                    <a:pt x="1926809" y="160438"/>
                    <a:pt x="1960606" y="181233"/>
                    <a:pt x="1960606" y="181233"/>
                  </a:cubicBezTo>
                  <a:cubicBezTo>
                    <a:pt x="1976806" y="205533"/>
                    <a:pt x="1978009" y="210838"/>
                    <a:pt x="2001795" y="230660"/>
                  </a:cubicBezTo>
                  <a:cubicBezTo>
                    <a:pt x="2038939" y="261613"/>
                    <a:pt x="2035878" y="236477"/>
                    <a:pt x="2075935" y="296562"/>
                  </a:cubicBezTo>
                  <a:cubicBezTo>
                    <a:pt x="2159215" y="421479"/>
                    <a:pt x="2069078" y="293276"/>
                    <a:pt x="2133600" y="370703"/>
                  </a:cubicBezTo>
                  <a:cubicBezTo>
                    <a:pt x="2167923" y="411891"/>
                    <a:pt x="2129484" y="381687"/>
                    <a:pt x="2174789" y="411892"/>
                  </a:cubicBezTo>
                  <a:cubicBezTo>
                    <a:pt x="2190827" y="460007"/>
                    <a:pt x="2170478" y="415818"/>
                    <a:pt x="2207741" y="453081"/>
                  </a:cubicBezTo>
                  <a:cubicBezTo>
                    <a:pt x="2231347" y="476687"/>
                    <a:pt x="2219055" y="475711"/>
                    <a:pt x="2232454" y="502508"/>
                  </a:cubicBezTo>
                  <a:cubicBezTo>
                    <a:pt x="2234191" y="505981"/>
                    <a:pt x="2237946" y="508000"/>
                    <a:pt x="2240692" y="5107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303371" y="347080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704703" y="354082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361383" y="478935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729763" y="483465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648284" y="514358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6009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9867438" y="87605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990184" y="87900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2" name="Oval 31"/>
          <p:cNvSpPr/>
          <p:nvPr/>
        </p:nvSpPr>
        <p:spPr>
          <a:xfrm>
            <a:off x="10463801" y="168232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0305124" y="1092586"/>
            <a:ext cx="705060" cy="2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1" idx="3"/>
            <a:endCxn id="32" idx="7"/>
          </p:cNvCxnSpPr>
          <p:nvPr/>
        </p:nvCxnSpPr>
        <p:spPr>
          <a:xfrm flipH="1">
            <a:off x="10854083" y="1256443"/>
            <a:ext cx="203063" cy="4906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0" idx="5"/>
          </p:cNvCxnSpPr>
          <p:nvPr/>
        </p:nvCxnSpPr>
        <p:spPr>
          <a:xfrm flipH="1" flipV="1">
            <a:off x="10257720" y="1253500"/>
            <a:ext cx="288654" cy="49781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03344" y="699943"/>
            <a:ext cx="297741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41646" y="1429046"/>
            <a:ext cx="479515" cy="335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63117" y="1312041"/>
            <a:ext cx="327515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61210" y="566255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22177" y="52544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73357" y="200886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67" y="3957774"/>
            <a:ext cx="3600450" cy="26289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786240" y="774115"/>
            <a:ext cx="3419220" cy="3252507"/>
            <a:chOff x="786240" y="774115"/>
            <a:chExt cx="3419220" cy="3252507"/>
          </a:xfrm>
        </p:grpSpPr>
        <p:sp>
          <p:nvSpPr>
            <p:cNvPr id="5" name="Oval 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/>
            <p:cNvCxnSpPr>
              <a:endCxn id="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6" idx="6"/>
              <a:endCxn id="5" idx="2"/>
            </p:cNvCxnSpPr>
            <p:nvPr/>
          </p:nvCxnSpPr>
          <p:spPr>
            <a:xfrm>
              <a:off x="2485097" y="1383658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7"/>
              <a:endCxn id="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5"/>
              <a:endCxn id="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796749" y="214039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37100" y="1016418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5818" y="1573611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459589" y="214101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55447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rc 55"/>
            <p:cNvSpPr/>
            <p:nvPr/>
          </p:nvSpPr>
          <p:spPr>
            <a:xfrm rot="16200000">
              <a:off x="1360959" y="2212577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rc 56"/>
            <p:cNvSpPr/>
            <p:nvPr/>
          </p:nvSpPr>
          <p:spPr>
            <a:xfrm rot="5400000">
              <a:off x="1479332" y="2259081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184831" y="216922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625247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rc 59"/>
            <p:cNvSpPr/>
            <p:nvPr/>
          </p:nvSpPr>
          <p:spPr>
            <a:xfrm rot="16200000">
              <a:off x="2749041" y="2241408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Arc 60"/>
            <p:cNvSpPr/>
            <p:nvPr/>
          </p:nvSpPr>
          <p:spPr>
            <a:xfrm rot="5400000">
              <a:off x="2867414" y="2287912"/>
              <a:ext cx="174977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09647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>
              <a:endCxn id="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/>
          <p:cNvSpPr/>
          <p:nvPr/>
        </p:nvSpPr>
        <p:spPr>
          <a:xfrm>
            <a:off x="7066218" y="996283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71943" y="1018393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30330" y="204014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5796285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116803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/>
          <p:cNvCxnSpPr>
            <a:stCxn id="68" idx="6"/>
            <a:endCxn id="67" idx="2"/>
          </p:cNvCxnSpPr>
          <p:nvPr/>
        </p:nvCxnSpPr>
        <p:spPr>
          <a:xfrm>
            <a:off x="6229187" y="123949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7"/>
            <a:endCxn id="68" idx="3"/>
          </p:cNvCxnSpPr>
          <p:nvPr/>
        </p:nvCxnSpPr>
        <p:spPr>
          <a:xfrm flipV="1">
            <a:off x="4920612" y="1395835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  <a:endCxn id="70" idx="1"/>
          </p:cNvCxnSpPr>
          <p:nvPr/>
        </p:nvCxnSpPr>
        <p:spPr>
          <a:xfrm>
            <a:off x="4920612" y="2417588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31545" y="26621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81190" y="87225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29908" y="1429447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21076" y="166563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880549" y="64220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38530" y="62995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08264" y="342079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94819" y="338692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6282731" y="3319553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534734" y="295231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4042211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79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9867438" y="876058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990184" y="879001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2" name="Oval 31"/>
          <p:cNvSpPr/>
          <p:nvPr/>
        </p:nvSpPr>
        <p:spPr>
          <a:xfrm>
            <a:off x="10463801" y="168232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10305124" y="1092586"/>
            <a:ext cx="705060" cy="205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1" idx="3"/>
            <a:endCxn id="32" idx="7"/>
          </p:cNvCxnSpPr>
          <p:nvPr/>
        </p:nvCxnSpPr>
        <p:spPr>
          <a:xfrm flipH="1">
            <a:off x="10854083" y="1256443"/>
            <a:ext cx="203063" cy="49064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0" idx="5"/>
          </p:cNvCxnSpPr>
          <p:nvPr/>
        </p:nvCxnSpPr>
        <p:spPr>
          <a:xfrm flipH="1" flipV="1">
            <a:off x="10257720" y="1253500"/>
            <a:ext cx="288654" cy="49781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503344" y="699943"/>
            <a:ext cx="297741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41646" y="1429046"/>
            <a:ext cx="479515" cy="335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963117" y="1312041"/>
            <a:ext cx="327515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61210" y="566255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22177" y="525443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573357" y="2008861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867" y="3957774"/>
            <a:ext cx="3600450" cy="2628900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7066218" y="996283"/>
            <a:ext cx="553265" cy="4864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771943" y="1018393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530330" y="2040146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5796285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116803" y="3053524"/>
            <a:ext cx="457244" cy="4422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/>
          <p:cNvCxnSpPr>
            <a:stCxn id="68" idx="6"/>
            <a:endCxn id="67" idx="2"/>
          </p:cNvCxnSpPr>
          <p:nvPr/>
        </p:nvCxnSpPr>
        <p:spPr>
          <a:xfrm>
            <a:off x="6229187" y="1239494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9" idx="7"/>
            <a:endCxn id="68" idx="3"/>
          </p:cNvCxnSpPr>
          <p:nvPr/>
        </p:nvCxnSpPr>
        <p:spPr>
          <a:xfrm flipV="1">
            <a:off x="4920612" y="1395835"/>
            <a:ext cx="918293" cy="70907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  <a:endCxn id="70" idx="1"/>
          </p:cNvCxnSpPr>
          <p:nvPr/>
        </p:nvCxnSpPr>
        <p:spPr>
          <a:xfrm>
            <a:off x="4920612" y="2417588"/>
            <a:ext cx="942635" cy="70069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31545" y="2662195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81190" y="872254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29908" y="1429447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21076" y="1665630"/>
            <a:ext cx="270674" cy="329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880549" y="642204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38530" y="629951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08264" y="342079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294819" y="3386923"/>
            <a:ext cx="27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6282731" y="3319553"/>
            <a:ext cx="8370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534734" y="2952313"/>
            <a:ext cx="58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68" y="4042211"/>
            <a:ext cx="3505200" cy="262890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786240" y="774115"/>
            <a:ext cx="3130891" cy="3252507"/>
            <a:chOff x="786240" y="774115"/>
            <a:chExt cx="3130891" cy="3252507"/>
          </a:xfrm>
        </p:grpSpPr>
        <p:sp>
          <p:nvSpPr>
            <p:cNvPr id="5" name="Oval 4"/>
            <p:cNvSpPr/>
            <p:nvPr/>
          </p:nvSpPr>
          <p:spPr>
            <a:xfrm>
              <a:off x="3322128" y="1140447"/>
              <a:ext cx="553265" cy="4864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027853" y="1162557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86240" y="2184310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052195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372713" y="3197688"/>
              <a:ext cx="457244" cy="4422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14" name="Straight Connector 13"/>
            <p:cNvCxnSpPr>
              <a:endCxn id="5" idx="3"/>
            </p:cNvCxnSpPr>
            <p:nvPr/>
          </p:nvCxnSpPr>
          <p:spPr>
            <a:xfrm flipV="1">
              <a:off x="2453885" y="1555633"/>
              <a:ext cx="949267" cy="17152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7"/>
              <a:endCxn id="6" idx="3"/>
            </p:cNvCxnSpPr>
            <p:nvPr/>
          </p:nvCxnSpPr>
          <p:spPr>
            <a:xfrm flipV="1">
              <a:off x="1176522" y="1539999"/>
              <a:ext cx="918293" cy="70907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7" idx="5"/>
              <a:endCxn id="8" idx="1"/>
            </p:cNvCxnSpPr>
            <p:nvPr/>
          </p:nvCxnSpPr>
          <p:spPr>
            <a:xfrm>
              <a:off x="1176522" y="2561752"/>
              <a:ext cx="942635" cy="70069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843180" y="267013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3486" y="1209520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87455" y="2806359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85818" y="1573611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986106" y="19573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76986" y="1809794"/>
              <a:ext cx="270674" cy="329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36459" y="786368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94440" y="774115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64174" y="356495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550729" y="3531087"/>
              <a:ext cx="2706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rc 55"/>
            <p:cNvSpPr/>
            <p:nvPr/>
          </p:nvSpPr>
          <p:spPr>
            <a:xfrm>
              <a:off x="2486734" y="1174607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Arc 56"/>
            <p:cNvSpPr/>
            <p:nvPr/>
          </p:nvSpPr>
          <p:spPr>
            <a:xfrm rot="10800000">
              <a:off x="2481537" y="1254063"/>
              <a:ext cx="816281" cy="323682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336918" y="216984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2538641" y="3463717"/>
              <a:ext cx="83703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2790644" y="3360091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Straight Connector 64"/>
            <p:cNvCxnSpPr>
              <a:endCxn id="7" idx="6"/>
            </p:cNvCxnSpPr>
            <p:nvPr/>
          </p:nvCxnSpPr>
          <p:spPr>
            <a:xfrm flipH="1" flipV="1">
              <a:off x="1243484" y="2405411"/>
              <a:ext cx="2173592" cy="82451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690556" y="777032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Straight Connector 65"/>
            <p:cNvCxnSpPr>
              <a:stCxn id="9" idx="0"/>
              <a:endCxn id="5" idx="4"/>
            </p:cNvCxnSpPr>
            <p:nvPr/>
          </p:nvCxnSpPr>
          <p:spPr>
            <a:xfrm flipH="1" flipV="1">
              <a:off x="3598761" y="1626868"/>
              <a:ext cx="2574" cy="157082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endCxn id="8" idx="0"/>
            </p:cNvCxnSpPr>
            <p:nvPr/>
          </p:nvCxnSpPr>
          <p:spPr>
            <a:xfrm flipH="1">
              <a:off x="2280817" y="1624512"/>
              <a:ext cx="10162" cy="15731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1784082" y="2066867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2390949" y="1583194"/>
              <a:ext cx="1153471" cy="160187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113792" y="2365166"/>
              <a:ext cx="580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168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97693"/>
            <a:ext cx="10515600" cy="9834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C00000"/>
                </a:solidFill>
              </a:rPr>
              <a:t>End of Slides</a:t>
            </a:r>
            <a:endParaRPr lang="en-US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1840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smtClean="0">
                <a:solidFill>
                  <a:schemeClr val="accent2">
                    <a:lumMod val="50000"/>
                  </a:schemeClr>
                </a:solidFill>
              </a:rPr>
              <a:t>Negative Weight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Edges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600200"/>
            <a:ext cx="9277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1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502941" y="1260156"/>
            <a:ext cx="6509318" cy="3064196"/>
            <a:chOff x="1495589" y="1225886"/>
            <a:chExt cx="8811790" cy="4289159"/>
          </a:xfrm>
        </p:grpSpPr>
        <p:sp>
          <p:nvSpPr>
            <p:cNvPr id="38" name="Oval 37"/>
            <p:cNvSpPr/>
            <p:nvPr/>
          </p:nvSpPr>
          <p:spPr>
            <a:xfrm>
              <a:off x="4928470" y="1738665"/>
              <a:ext cx="748966" cy="6808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3176385" y="1769614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1495589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209337" y="461832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∞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4996948" y="461832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∞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8168516" y="313208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3276186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6825112" y="3199830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Straight Connector 46"/>
            <p:cNvCxnSpPr>
              <a:stCxn id="38" idx="6"/>
              <a:endCxn id="45" idx="1"/>
            </p:cNvCxnSpPr>
            <p:nvPr/>
          </p:nvCxnSpPr>
          <p:spPr>
            <a:xfrm>
              <a:off x="5677435" y="2079104"/>
              <a:ext cx="1238324" cy="1211373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2" idx="6"/>
              <a:endCxn id="45" idx="3"/>
            </p:cNvCxnSpPr>
            <p:nvPr/>
          </p:nvCxnSpPr>
          <p:spPr>
            <a:xfrm flipV="1">
              <a:off x="5615928" y="3728160"/>
              <a:ext cx="1299832" cy="119965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9" idx="6"/>
              <a:endCxn id="38" idx="2"/>
            </p:cNvCxnSpPr>
            <p:nvPr/>
          </p:nvCxnSpPr>
          <p:spPr>
            <a:xfrm>
              <a:off x="3795365" y="2079104"/>
              <a:ext cx="113310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0" idx="7"/>
              <a:endCxn id="39" idx="3"/>
            </p:cNvCxnSpPr>
            <p:nvPr/>
          </p:nvCxnSpPr>
          <p:spPr>
            <a:xfrm flipV="1">
              <a:off x="2023921" y="2297945"/>
              <a:ext cx="1243111" cy="99253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0" idx="5"/>
              <a:endCxn id="41" idx="1"/>
            </p:cNvCxnSpPr>
            <p:nvPr/>
          </p:nvCxnSpPr>
          <p:spPr>
            <a:xfrm>
              <a:off x="2023921" y="3728160"/>
              <a:ext cx="1276063" cy="98080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080857" y="2121098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053229" y="2968508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236152" y="4177237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309465" y="4070553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136506" y="1565054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307250" y="2344994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993775" y="3195707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Straight Connector 74"/>
            <p:cNvCxnSpPr>
              <a:endCxn id="44" idx="2"/>
            </p:cNvCxnSpPr>
            <p:nvPr/>
          </p:nvCxnSpPr>
          <p:spPr>
            <a:xfrm flipV="1">
              <a:off x="2090522" y="3509320"/>
              <a:ext cx="1185665" cy="288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583902" y="3505197"/>
              <a:ext cx="1270377" cy="288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/>
            <p:cNvSpPr/>
            <p:nvPr/>
          </p:nvSpPr>
          <p:spPr>
            <a:xfrm>
              <a:off x="3758991" y="3227992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Arc 76"/>
            <p:cNvSpPr/>
            <p:nvPr/>
          </p:nvSpPr>
          <p:spPr>
            <a:xfrm rot="10800000">
              <a:off x="3771345" y="3471010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Arc 77"/>
            <p:cNvSpPr/>
            <p:nvPr/>
          </p:nvSpPr>
          <p:spPr>
            <a:xfrm>
              <a:off x="3721920" y="4714926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Arc 78"/>
            <p:cNvSpPr/>
            <p:nvPr/>
          </p:nvSpPr>
          <p:spPr>
            <a:xfrm rot="10800000">
              <a:off x="3726036" y="4883802"/>
              <a:ext cx="1356706" cy="281325"/>
            </a:xfrm>
            <a:prstGeom prst="arc">
              <a:avLst>
                <a:gd name="adj1" fmla="val 11052403"/>
                <a:gd name="adj2" fmla="val 21362791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9688399" y="3136202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8975824" y="4260669"/>
              <a:ext cx="618980" cy="6189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∞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8761020" y="3435171"/>
              <a:ext cx="954453" cy="2882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3" idx="3"/>
              <a:endCxn id="34" idx="7"/>
            </p:cNvCxnSpPr>
            <p:nvPr/>
          </p:nvCxnSpPr>
          <p:spPr>
            <a:xfrm flipH="1">
              <a:off x="9504156" y="3664533"/>
              <a:ext cx="274890" cy="68678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endCxn id="43" idx="5"/>
            </p:cNvCxnSpPr>
            <p:nvPr/>
          </p:nvCxnSpPr>
          <p:spPr>
            <a:xfrm flipH="1" flipV="1">
              <a:off x="8696848" y="3660413"/>
              <a:ext cx="390757" cy="696829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029354" y="2885563"/>
              <a:ext cx="403058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404344" y="3906136"/>
              <a:ext cx="649129" cy="469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-8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51758" y="3742357"/>
              <a:ext cx="443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21877" y="2986721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198290" y="2687570"/>
              <a:ext cx="785446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140622" y="3692161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18061" y="5053380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-6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80915" y="4218065"/>
              <a:ext cx="785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618433" y="2675595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23407" y="1243037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61732" y="1225886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399608" y="2688928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237931" y="2662263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360925" y="4117679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237931" y="4012613"/>
              <a:ext cx="366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019107" y="2595587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295457" y="2698431"/>
              <a:ext cx="366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867081" y="2641304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124132" y="4717742"/>
              <a:ext cx="366417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415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/>
          <p:cNvSpPr/>
          <p:nvPr/>
        </p:nvSpPr>
        <p:spPr>
          <a:xfrm>
            <a:off x="5021598" y="179775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3204521" y="1797750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523725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237473" y="464645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∞</a:t>
            </a:r>
          </a:p>
        </p:txBody>
      </p:sp>
      <p:sp>
        <p:nvSpPr>
          <p:cNvPr id="42" name="Oval 41"/>
          <p:cNvSpPr/>
          <p:nvPr/>
        </p:nvSpPr>
        <p:spPr>
          <a:xfrm>
            <a:off x="5025083" y="464645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∞</a:t>
            </a:r>
          </a:p>
        </p:txBody>
      </p:sp>
      <p:sp>
        <p:nvSpPr>
          <p:cNvPr id="43" name="Oval 42"/>
          <p:cNvSpPr/>
          <p:nvPr/>
        </p:nvSpPr>
        <p:spPr>
          <a:xfrm>
            <a:off x="8196651" y="3160218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304322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853248" y="322796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>
            <a:stCxn id="38" idx="6"/>
            <a:endCxn id="45" idx="1"/>
          </p:cNvCxnSpPr>
          <p:nvPr/>
        </p:nvCxnSpPr>
        <p:spPr>
          <a:xfrm>
            <a:off x="5584306" y="2079104"/>
            <a:ext cx="1351349" cy="123126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2" idx="6"/>
            <a:endCxn id="45" idx="3"/>
          </p:cNvCxnSpPr>
          <p:nvPr/>
        </p:nvCxnSpPr>
        <p:spPr>
          <a:xfrm flipV="1">
            <a:off x="5587791" y="3708266"/>
            <a:ext cx="1347864" cy="12195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9" idx="6"/>
            <a:endCxn id="38" idx="2"/>
          </p:cNvCxnSpPr>
          <p:nvPr/>
        </p:nvCxnSpPr>
        <p:spPr>
          <a:xfrm>
            <a:off x="3767229" y="2079104"/>
            <a:ext cx="1254369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0" idx="7"/>
            <a:endCxn id="39" idx="3"/>
          </p:cNvCxnSpPr>
          <p:nvPr/>
        </p:nvCxnSpPr>
        <p:spPr>
          <a:xfrm flipV="1">
            <a:off x="2004026" y="2278051"/>
            <a:ext cx="1282902" cy="103232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0" idx="5"/>
            <a:endCxn id="41" idx="1"/>
          </p:cNvCxnSpPr>
          <p:nvPr/>
        </p:nvCxnSpPr>
        <p:spPr>
          <a:xfrm>
            <a:off x="2004026" y="3708266"/>
            <a:ext cx="1315854" cy="102059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69705" y="222488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53229" y="3101836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236152" y="4270567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309465" y="4070553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36506" y="164505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351857" y="24603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021910" y="3223843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Straight Connector 74"/>
          <p:cNvCxnSpPr>
            <a:endCxn id="44" idx="2"/>
          </p:cNvCxnSpPr>
          <p:nvPr/>
        </p:nvCxnSpPr>
        <p:spPr>
          <a:xfrm flipV="1">
            <a:off x="2090522" y="3509319"/>
            <a:ext cx="1213800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5583902" y="3505197"/>
            <a:ext cx="1270377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/>
          <p:cNvSpPr/>
          <p:nvPr/>
        </p:nvSpPr>
        <p:spPr>
          <a:xfrm>
            <a:off x="3758991" y="3227992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Arc 76"/>
          <p:cNvSpPr/>
          <p:nvPr/>
        </p:nvSpPr>
        <p:spPr>
          <a:xfrm rot="10800000">
            <a:off x="3771345" y="3471010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Arc 77"/>
          <p:cNvSpPr/>
          <p:nvPr/>
        </p:nvSpPr>
        <p:spPr>
          <a:xfrm>
            <a:off x="3721920" y="4714926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Arc 78"/>
          <p:cNvSpPr/>
          <p:nvPr/>
        </p:nvSpPr>
        <p:spPr>
          <a:xfrm rot="10800000">
            <a:off x="3726036" y="4883802"/>
            <a:ext cx="1356706" cy="281325"/>
          </a:xfrm>
          <a:prstGeom prst="arc">
            <a:avLst>
              <a:gd name="adj1" fmla="val 11052403"/>
              <a:gd name="adj2" fmla="val 21362791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716535" y="3164337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sp>
        <p:nvSpPr>
          <p:cNvPr id="34" name="Oval 33"/>
          <p:cNvSpPr/>
          <p:nvPr/>
        </p:nvSpPr>
        <p:spPr>
          <a:xfrm>
            <a:off x="9003959" y="4288805"/>
            <a:ext cx="562708" cy="56270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8761020" y="3435171"/>
            <a:ext cx="954453" cy="288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3" idx="3"/>
            <a:endCxn id="34" idx="7"/>
          </p:cNvCxnSpPr>
          <p:nvPr/>
        </p:nvCxnSpPr>
        <p:spPr>
          <a:xfrm flipH="1">
            <a:off x="9484260" y="3644638"/>
            <a:ext cx="314682" cy="7265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43" idx="5"/>
          </p:cNvCxnSpPr>
          <p:nvPr/>
        </p:nvCxnSpPr>
        <p:spPr>
          <a:xfrm flipH="1" flipV="1">
            <a:off x="8676952" y="3640519"/>
            <a:ext cx="410651" cy="716722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29354" y="3058889"/>
            <a:ext cx="403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94333" y="3919469"/>
            <a:ext cx="443364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51758" y="3742357"/>
            <a:ext cx="443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21877" y="3090502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98290" y="2794232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40622" y="3692161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256744" y="5106710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180915" y="4218065"/>
            <a:ext cx="78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618432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23407" y="14030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61732" y="134588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399607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37932" y="282225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399607" y="42510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237932" y="42605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19107" y="275558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295457" y="26984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7082" y="2774631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124132" y="4784406"/>
            <a:ext cx="36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9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19724</TotalTime>
  <Words>3852</Words>
  <Application>Microsoft Office PowerPoint</Application>
  <PresentationFormat>Widescreen</PresentationFormat>
  <Paragraphs>1204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Symbol</vt:lpstr>
      <vt:lpstr>Times</vt:lpstr>
      <vt:lpstr>Times New Roman</vt:lpstr>
      <vt:lpstr>Office Theme</vt:lpstr>
      <vt:lpstr>CSE 207: Data Structures and Algorithms-II (Part 1)</vt:lpstr>
      <vt:lpstr>Dijkstra Algorithm for SSSP</vt:lpstr>
      <vt:lpstr>Simulation of Dijkstra Algorithm</vt:lpstr>
      <vt:lpstr>Simulation of Dijkstra Algorithm</vt:lpstr>
      <vt:lpstr>Simulation of Dijkstra Algorithm</vt:lpstr>
      <vt:lpstr>Simulation of Dijkstra Algorithm</vt:lpstr>
      <vt:lpstr>Simulation of Dijkstra Algorithm</vt:lpstr>
      <vt:lpstr>Simulation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Correctness of Dijkstra Algorithm</vt:lpstr>
      <vt:lpstr>Complexity of Dijkstra Algorithm</vt:lpstr>
      <vt:lpstr>Complexity of Dijkstra Algorithm</vt:lpstr>
      <vt:lpstr>Complexity of Dijkstra Algorithm</vt:lpstr>
      <vt:lpstr>Complexity of Dijkstra Algorithm</vt:lpstr>
      <vt:lpstr>Complexity of Dijkstra Algorithm</vt:lpstr>
      <vt:lpstr>Properties of Shortest Paths and Relaxation</vt:lpstr>
      <vt:lpstr>Triangle Inequality</vt:lpstr>
      <vt:lpstr>Upper-bound Property</vt:lpstr>
      <vt:lpstr>No-path Property </vt:lpstr>
      <vt:lpstr>Convergence Property</vt:lpstr>
      <vt:lpstr>Path-relaxation Property </vt:lpstr>
      <vt:lpstr>Path-relaxation Property </vt:lpstr>
      <vt:lpstr>Path-relaxation Property </vt:lpstr>
      <vt:lpstr>Path-relaxation Property </vt:lpstr>
      <vt:lpstr>Predecessor-subgraph Property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Negative Weight Edges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creator>user</dc:creator>
  <cp:lastModifiedBy>Hp</cp:lastModifiedBy>
  <cp:revision>478</cp:revision>
  <cp:lastPrinted>2023-07-12T06:48:09Z</cp:lastPrinted>
  <dcterms:created xsi:type="dcterms:W3CDTF">2021-12-07T16:05:05Z</dcterms:created>
  <dcterms:modified xsi:type="dcterms:W3CDTF">2026-07-07T03:52:35Z</dcterms:modified>
</cp:coreProperties>
</file>